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ileron Bold" charset="1" panose="00000800000000000000"/>
      <p:regular r:id="rId25"/>
    </p:embeddedFont>
    <p:embeddedFont>
      <p:font typeface="Fira Code Bold" charset="1" panose="020B0809050000020004"/>
      <p:regular r:id="rId26"/>
    </p:embeddedFont>
    <p:embeddedFont>
      <p:font typeface="Fira Code" charset="1" panose="020B080905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19854" y="3036007"/>
            <a:ext cx="10223718" cy="431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1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1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</a:t>
            </a:r>
            <a:r>
              <a:rPr lang="en-US" sz="1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eart Failure</a:t>
            </a:r>
          </a:p>
          <a:p>
            <a:pPr algn="ctr">
              <a:lnSpc>
                <a:spcPts val="11040"/>
              </a:lnSpc>
            </a:pPr>
            <a:r>
              <a:rPr lang="en-US" sz="12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predictor</a:t>
            </a:r>
          </a:p>
          <a:p>
            <a:pPr algn="ctr">
              <a:lnSpc>
                <a:spcPts val="110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5849" y="4441979"/>
            <a:ext cx="16921320" cy="122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03"/>
              </a:lnSpc>
            </a:pPr>
            <a:r>
              <a:rPr lang="en-US" sz="9677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Model Construction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193442"/>
            <a:ext cx="5091271" cy="4169236"/>
            <a:chOff x="0" y="0"/>
            <a:chExt cx="1309020" cy="10719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9020" cy="1071955"/>
            </a:xfrm>
            <a:custGeom>
              <a:avLst/>
              <a:gdLst/>
              <a:ahLst/>
              <a:cxnLst/>
              <a:rect r="r" b="b" t="t" l="l"/>
              <a:pathLst>
                <a:path h="1071955" w="1309020">
                  <a:moveTo>
                    <a:pt x="53222" y="0"/>
                  </a:moveTo>
                  <a:lnTo>
                    <a:pt x="1255798" y="0"/>
                  </a:lnTo>
                  <a:cubicBezTo>
                    <a:pt x="1285192" y="0"/>
                    <a:pt x="1309020" y="23828"/>
                    <a:pt x="1309020" y="53222"/>
                  </a:cubicBezTo>
                  <a:lnTo>
                    <a:pt x="1309020" y="1018733"/>
                  </a:lnTo>
                  <a:cubicBezTo>
                    <a:pt x="1309020" y="1048126"/>
                    <a:pt x="1285192" y="1071955"/>
                    <a:pt x="1255798" y="1071955"/>
                  </a:cubicBezTo>
                  <a:lnTo>
                    <a:pt x="53222" y="1071955"/>
                  </a:lnTo>
                  <a:cubicBezTo>
                    <a:pt x="23828" y="1071955"/>
                    <a:pt x="0" y="1048126"/>
                    <a:pt x="0" y="1018733"/>
                  </a:cubicBezTo>
                  <a:lnTo>
                    <a:pt x="0" y="53222"/>
                  </a:lnTo>
                  <a:cubicBezTo>
                    <a:pt x="0" y="23828"/>
                    <a:pt x="23828" y="0"/>
                    <a:pt x="532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09020" cy="111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9930" y="4193442"/>
            <a:ext cx="5091271" cy="4169236"/>
            <a:chOff x="0" y="0"/>
            <a:chExt cx="1309020" cy="10719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9020" cy="1071955"/>
            </a:xfrm>
            <a:custGeom>
              <a:avLst/>
              <a:gdLst/>
              <a:ahLst/>
              <a:cxnLst/>
              <a:rect r="r" b="b" t="t" l="l"/>
              <a:pathLst>
                <a:path h="1071955" w="1309020">
                  <a:moveTo>
                    <a:pt x="53222" y="0"/>
                  </a:moveTo>
                  <a:lnTo>
                    <a:pt x="1255798" y="0"/>
                  </a:lnTo>
                  <a:cubicBezTo>
                    <a:pt x="1285192" y="0"/>
                    <a:pt x="1309020" y="23828"/>
                    <a:pt x="1309020" y="53222"/>
                  </a:cubicBezTo>
                  <a:lnTo>
                    <a:pt x="1309020" y="1018733"/>
                  </a:lnTo>
                  <a:cubicBezTo>
                    <a:pt x="1309020" y="1048126"/>
                    <a:pt x="1285192" y="1071955"/>
                    <a:pt x="1255798" y="1071955"/>
                  </a:cubicBezTo>
                  <a:lnTo>
                    <a:pt x="53222" y="1071955"/>
                  </a:lnTo>
                  <a:cubicBezTo>
                    <a:pt x="23828" y="1071955"/>
                    <a:pt x="0" y="1048126"/>
                    <a:pt x="0" y="1018733"/>
                  </a:cubicBezTo>
                  <a:lnTo>
                    <a:pt x="0" y="53222"/>
                  </a:lnTo>
                  <a:cubicBezTo>
                    <a:pt x="0" y="23828"/>
                    <a:pt x="23828" y="0"/>
                    <a:pt x="532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09020" cy="111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68029" y="4193442"/>
            <a:ext cx="5091271" cy="4169236"/>
            <a:chOff x="0" y="0"/>
            <a:chExt cx="1309020" cy="10719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9020" cy="1071955"/>
            </a:xfrm>
            <a:custGeom>
              <a:avLst/>
              <a:gdLst/>
              <a:ahLst/>
              <a:cxnLst/>
              <a:rect r="r" b="b" t="t" l="l"/>
              <a:pathLst>
                <a:path h="1071955" w="1309020">
                  <a:moveTo>
                    <a:pt x="53222" y="0"/>
                  </a:moveTo>
                  <a:lnTo>
                    <a:pt x="1255798" y="0"/>
                  </a:lnTo>
                  <a:cubicBezTo>
                    <a:pt x="1285192" y="0"/>
                    <a:pt x="1309020" y="23828"/>
                    <a:pt x="1309020" y="53222"/>
                  </a:cubicBezTo>
                  <a:lnTo>
                    <a:pt x="1309020" y="1018733"/>
                  </a:lnTo>
                  <a:cubicBezTo>
                    <a:pt x="1309020" y="1048126"/>
                    <a:pt x="1285192" y="1071955"/>
                    <a:pt x="1255798" y="1071955"/>
                  </a:cubicBezTo>
                  <a:lnTo>
                    <a:pt x="53222" y="1071955"/>
                  </a:lnTo>
                  <a:cubicBezTo>
                    <a:pt x="23828" y="1071955"/>
                    <a:pt x="0" y="1048126"/>
                    <a:pt x="0" y="1018733"/>
                  </a:cubicBezTo>
                  <a:lnTo>
                    <a:pt x="0" y="53222"/>
                  </a:lnTo>
                  <a:cubicBezTo>
                    <a:pt x="0" y="23828"/>
                    <a:pt x="23828" y="0"/>
                    <a:pt x="5322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09020" cy="111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06108" y="2279467"/>
            <a:ext cx="1458607" cy="1458607"/>
          </a:xfrm>
          <a:custGeom>
            <a:avLst/>
            <a:gdLst/>
            <a:ahLst/>
            <a:cxnLst/>
            <a:rect r="r" b="b" t="t" l="l"/>
            <a:pathLst>
              <a:path h="1458607" w="1458607">
                <a:moveTo>
                  <a:pt x="0" y="0"/>
                </a:moveTo>
                <a:lnTo>
                  <a:pt x="1458607" y="0"/>
                </a:lnTo>
                <a:lnTo>
                  <a:pt x="1458607" y="1458607"/>
                </a:lnTo>
                <a:lnTo>
                  <a:pt x="0" y="1458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57337" y="2380349"/>
            <a:ext cx="1458607" cy="1458607"/>
          </a:xfrm>
          <a:custGeom>
            <a:avLst/>
            <a:gdLst/>
            <a:ahLst/>
            <a:cxnLst/>
            <a:rect r="r" b="b" t="t" l="l"/>
            <a:pathLst>
              <a:path h="1458607" w="1458607">
                <a:moveTo>
                  <a:pt x="0" y="0"/>
                </a:moveTo>
                <a:lnTo>
                  <a:pt x="1458607" y="0"/>
                </a:lnTo>
                <a:lnTo>
                  <a:pt x="1458607" y="1458607"/>
                </a:lnTo>
                <a:lnTo>
                  <a:pt x="0" y="1458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986417" y="2380349"/>
            <a:ext cx="1458607" cy="1458607"/>
          </a:xfrm>
          <a:custGeom>
            <a:avLst/>
            <a:gdLst/>
            <a:ahLst/>
            <a:cxnLst/>
            <a:rect r="r" b="b" t="t" l="l"/>
            <a:pathLst>
              <a:path h="1458607" w="1458607">
                <a:moveTo>
                  <a:pt x="0" y="0"/>
                </a:moveTo>
                <a:lnTo>
                  <a:pt x="1458607" y="0"/>
                </a:lnTo>
                <a:lnTo>
                  <a:pt x="1458607" y="1458607"/>
                </a:lnTo>
                <a:lnTo>
                  <a:pt x="0" y="14586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747179" y="922091"/>
            <a:ext cx="11088603" cy="9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71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Data cleaning performed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3711" y="4671524"/>
            <a:ext cx="448421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Checked for duplicate entries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3711" y="6585415"/>
            <a:ext cx="448421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*didn’t find any*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01890" y="4671524"/>
            <a:ext cx="448421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Checked for NULLs within entries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01890" y="6585415"/>
            <a:ext cx="448421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*didn’t find any*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3611" y="4671524"/>
            <a:ext cx="448421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Checked for outliers within entries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73611" y="6585415"/>
            <a:ext cx="448421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*decided to remove them*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70697" y="1024805"/>
            <a:ext cx="6680945" cy="9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71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Feature scaling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83351" y="2778339"/>
            <a:ext cx="4484219" cy="3086100"/>
            <a:chOff x="0" y="0"/>
            <a:chExt cx="5978959" cy="41148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32079" y="0"/>
              <a:ext cx="4114800" cy="411480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28575"/>
                <a:ext cx="6604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248198"/>
              <a:ext cx="5978959" cy="1551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Standard</a:t>
              </a:r>
            </a:p>
            <a:p>
              <a:pPr algn="ctr">
                <a:lnSpc>
                  <a:spcPts val="4759"/>
                </a:lnSpc>
              </a:pPr>
              <a:r>
                <a:rPr lang="en-US" sz="33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Scalar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8276" y="6809748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x_test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7241303">
            <a:off x="4280177" y="4686118"/>
            <a:ext cx="2957405" cy="835467"/>
          </a:xfrm>
          <a:custGeom>
            <a:avLst/>
            <a:gdLst/>
            <a:ahLst/>
            <a:cxnLst/>
            <a:rect r="r" b="b" t="t" l="l"/>
            <a:pathLst>
              <a:path h="835467" w="2957405">
                <a:moveTo>
                  <a:pt x="0" y="0"/>
                </a:moveTo>
                <a:lnTo>
                  <a:pt x="2957405" y="0"/>
                </a:lnTo>
                <a:lnTo>
                  <a:pt x="2957405" y="835467"/>
                </a:lnTo>
                <a:lnTo>
                  <a:pt x="0" y="8354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96645" y="6809748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x_train</a:t>
            </a:r>
          </a:p>
        </p:txBody>
      </p:sp>
      <p:sp>
        <p:nvSpPr>
          <p:cNvPr name="Freeform 17" id="17"/>
          <p:cNvSpPr/>
          <p:nvPr/>
        </p:nvSpPr>
        <p:spPr>
          <a:xfrm flipH="false" flipV="true" rot="3736815">
            <a:off x="10636237" y="4704605"/>
            <a:ext cx="2957405" cy="835467"/>
          </a:xfrm>
          <a:custGeom>
            <a:avLst/>
            <a:gdLst/>
            <a:ahLst/>
            <a:cxnLst/>
            <a:rect r="r" b="b" t="t" l="l"/>
            <a:pathLst>
              <a:path h="835467" w="2957405">
                <a:moveTo>
                  <a:pt x="0" y="835467"/>
                </a:moveTo>
                <a:lnTo>
                  <a:pt x="2957405" y="835467"/>
                </a:lnTo>
                <a:lnTo>
                  <a:pt x="2957405" y="0"/>
                </a:lnTo>
                <a:lnTo>
                  <a:pt x="0" y="0"/>
                </a:lnTo>
                <a:lnTo>
                  <a:pt x="0" y="835467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254549" y="8519794"/>
            <a:ext cx="5541825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*independently*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669099"/>
            <a:ext cx="7930767" cy="9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2"/>
              </a:lnSpc>
            </a:pPr>
            <a:r>
              <a:rPr lang="en-US" sz="71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Finding a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93549" y="7305710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SVM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7241303">
            <a:off x="2122482" y="4377889"/>
            <a:ext cx="1883085" cy="531971"/>
          </a:xfrm>
          <a:custGeom>
            <a:avLst/>
            <a:gdLst/>
            <a:ahLst/>
            <a:cxnLst/>
            <a:rect r="r" b="b" t="t" l="l"/>
            <a:pathLst>
              <a:path h="531971" w="1883085">
                <a:moveTo>
                  <a:pt x="0" y="0"/>
                </a:moveTo>
                <a:lnTo>
                  <a:pt x="1883085" y="0"/>
                </a:lnTo>
                <a:lnTo>
                  <a:pt x="1883085" y="531971"/>
                </a:lnTo>
                <a:lnTo>
                  <a:pt x="0" y="5319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64025" y="3233301"/>
            <a:ext cx="7015910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49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Decision tree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3736815">
            <a:off x="9066929" y="4352961"/>
            <a:ext cx="2059563" cy="581826"/>
          </a:xfrm>
          <a:custGeom>
            <a:avLst/>
            <a:gdLst/>
            <a:ahLst/>
            <a:cxnLst/>
            <a:rect r="r" b="b" t="t" l="l"/>
            <a:pathLst>
              <a:path h="581826" w="2059563">
                <a:moveTo>
                  <a:pt x="0" y="581827"/>
                </a:moveTo>
                <a:lnTo>
                  <a:pt x="2059562" y="581827"/>
                </a:lnTo>
                <a:lnTo>
                  <a:pt x="2059562" y="0"/>
                </a:lnTo>
                <a:lnTo>
                  <a:pt x="0" y="0"/>
                </a:lnTo>
                <a:lnTo>
                  <a:pt x="0" y="581827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1543" y="5503585"/>
            <a:ext cx="5541825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24914" y="3625280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LOGR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83743" y="5605064"/>
            <a:ext cx="5541825" cy="7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b="true" sz="42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Adaboost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28559" y="8163558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KNN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35659" y="4110739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01755" y="8006255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75965" y="8649016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28559" y="5893354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79935" y="5791875"/>
            <a:ext cx="4484219" cy="109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98825" y="3070184"/>
            <a:ext cx="3550815" cy="3550815"/>
          </a:xfrm>
          <a:custGeom>
            <a:avLst/>
            <a:gdLst/>
            <a:ahLst/>
            <a:cxnLst/>
            <a:rect r="r" b="b" t="t" l="l"/>
            <a:pathLst>
              <a:path h="3550815" w="3550815">
                <a:moveTo>
                  <a:pt x="0" y="0"/>
                </a:moveTo>
                <a:lnTo>
                  <a:pt x="3550815" y="0"/>
                </a:lnTo>
                <a:lnTo>
                  <a:pt x="3550815" y="3550815"/>
                </a:lnTo>
                <a:lnTo>
                  <a:pt x="0" y="3550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18637" y="4591103"/>
            <a:ext cx="2735840" cy="827592"/>
          </a:xfrm>
          <a:custGeom>
            <a:avLst/>
            <a:gdLst/>
            <a:ahLst/>
            <a:cxnLst/>
            <a:rect r="r" b="b" t="t" l="l"/>
            <a:pathLst>
              <a:path h="827592" w="2735840">
                <a:moveTo>
                  <a:pt x="0" y="0"/>
                </a:moveTo>
                <a:lnTo>
                  <a:pt x="2735840" y="0"/>
                </a:lnTo>
                <a:lnTo>
                  <a:pt x="2735840" y="827592"/>
                </a:lnTo>
                <a:lnTo>
                  <a:pt x="0" y="8275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5394801" y="669099"/>
            <a:ext cx="7946417" cy="81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</a:pPr>
            <a:r>
              <a:rPr lang="en-US" sz="6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Best fitting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7378" y="6991673"/>
            <a:ext cx="6567256" cy="13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7"/>
              </a:lnSpc>
            </a:pPr>
            <a:r>
              <a:rPr lang="en-US" b="true" sz="5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Logistic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54477" y="4434702"/>
            <a:ext cx="6567256" cy="98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b="true" sz="75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01415" y="5856044"/>
            <a:ext cx="1868487" cy="10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b="true" sz="7899" spc="-710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84%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66143" y="5856044"/>
            <a:ext cx="1387786" cy="102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b="true" sz="7899" spc="-71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717483"/>
            <a:ext cx="8140858" cy="75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0"/>
              </a:lnSpc>
            </a:pPr>
            <a:r>
              <a:rPr lang="en-US" sz="60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Classification report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720203" y="2273023"/>
            <a:ext cx="12143306" cy="7589565"/>
            <a:chOff x="0" y="0"/>
            <a:chExt cx="16191075" cy="10119420"/>
          </a:xfrm>
        </p:grpSpPr>
        <p:sp>
          <p:nvSpPr>
            <p:cNvPr name="Freeform 10" id="10" descr="A screenshot of a video game"/>
            <p:cNvSpPr/>
            <p:nvPr/>
          </p:nvSpPr>
          <p:spPr>
            <a:xfrm flipH="false" flipV="false" rot="0">
              <a:off x="0" y="0"/>
              <a:ext cx="16191103" cy="10119360"/>
            </a:xfrm>
            <a:custGeom>
              <a:avLst/>
              <a:gdLst/>
              <a:ahLst/>
              <a:cxnLst/>
              <a:rect r="r" b="b" t="t" l="l"/>
              <a:pathLst>
                <a:path h="10119360" w="16191103">
                  <a:moveTo>
                    <a:pt x="0" y="0"/>
                  </a:moveTo>
                  <a:lnTo>
                    <a:pt x="16191103" y="0"/>
                  </a:lnTo>
                  <a:lnTo>
                    <a:pt x="16191103" y="10119360"/>
                  </a:lnTo>
                  <a:lnTo>
                    <a:pt x="0" y="1011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079565" y="2433670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Precision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543" y="5131045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“</a:t>
            </a:r>
            <a:r>
              <a:rPr lang="en-US" sz="3600" b="true">
                <a:solidFill>
                  <a:srgbClr val="C94F5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At</a:t>
            </a: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 risk”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543" y="3633454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“</a:t>
            </a:r>
            <a:r>
              <a:rPr lang="en-US" sz="3600" b="true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Not </a:t>
            </a: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at risk”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13331" y="2433670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Recall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5296" y="2433670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F1 score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6312" y="6454298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1543" y="7951889"/>
            <a:ext cx="535705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36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Macro avg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35080" y="4363464"/>
            <a:ext cx="11790086" cy="174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1"/>
              </a:lnSpc>
            </a:pPr>
            <a:r>
              <a:rPr lang="en-US" sz="1383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Gradio App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4350" y="1925348"/>
            <a:ext cx="17259300" cy="7572518"/>
          </a:xfrm>
          <a:custGeom>
            <a:avLst/>
            <a:gdLst/>
            <a:ahLst/>
            <a:cxnLst/>
            <a:rect r="r" b="b" t="t" l="l"/>
            <a:pathLst>
              <a:path h="7572518" w="17259300">
                <a:moveTo>
                  <a:pt x="0" y="0"/>
                </a:moveTo>
                <a:lnTo>
                  <a:pt x="17259300" y="0"/>
                </a:lnTo>
                <a:lnTo>
                  <a:pt x="17259300" y="7572517"/>
                </a:lnTo>
                <a:lnTo>
                  <a:pt x="0" y="75725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Interface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Readable Input fields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1543" y="3870183"/>
            <a:ext cx="6393355" cy="98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66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Feature name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433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dataset)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3970" y="3550125"/>
            <a:ext cx="2057400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44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*map*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93675" y="3818748"/>
            <a:ext cx="7105650" cy="94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54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Input field name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516161" y="4598256"/>
            <a:ext cx="2814007" cy="0"/>
          </a:xfrm>
          <a:prstGeom prst="line">
            <a:avLst/>
          </a:prstGeom>
          <a:ln cap="flat" w="1238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0989446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app)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585921" y="5701650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*more </a:t>
            </a:r>
            <a:r>
              <a:rPr lang="en-US" b="true" sz="4399">
                <a:solidFill>
                  <a:srgbClr val="9AA5F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technical</a:t>
            </a: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585921" y="6368781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*more </a:t>
            </a:r>
            <a:r>
              <a:rPr lang="en-US" b="true" sz="4399">
                <a:solidFill>
                  <a:srgbClr val="9AA5F7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brief</a:t>
            </a: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8009" y="5701650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*more </a:t>
            </a:r>
            <a:r>
              <a:rPr lang="en-US" b="true" sz="4399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intuitive</a:t>
            </a: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68009" y="6368781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*more </a:t>
            </a:r>
            <a:r>
              <a:rPr lang="en-US" b="true" sz="4399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descriptive</a:t>
            </a: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Readable Input fields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0615" y="3963700"/>
            <a:ext cx="6393355" cy="98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6600">
                <a:solidFill>
                  <a:srgbClr val="BCC3F5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time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71367" y="3716812"/>
            <a:ext cx="2814007" cy="881444"/>
            <a:chOff x="0" y="0"/>
            <a:chExt cx="3752010" cy="117525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77079" y="-228600"/>
              <a:ext cx="2743200" cy="1118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52"/>
                </a:lnSpc>
              </a:pPr>
              <a:r>
                <a:rPr lang="en-US" b="true" sz="4400">
                  <a:solidFill>
                    <a:srgbClr val="FFFFFF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*map*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1092708"/>
              <a:ext cx="3752010" cy="0"/>
            </a:xfrm>
            <a:prstGeom prst="line">
              <a:avLst/>
            </a:prstGeom>
            <a:ln cap="flat" w="165100">
              <a:solidFill>
                <a:srgbClr val="FFFFFF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358722" y="1459006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*some examples*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7720" y="3798859"/>
            <a:ext cx="7957832" cy="160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9"/>
              </a:lnSpc>
            </a:pPr>
            <a:r>
              <a:rPr lang="en-US" sz="5400" b="true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Follow-up period </a:t>
            </a:r>
          </a:p>
          <a:p>
            <a:pPr algn="ctr">
              <a:lnSpc>
                <a:spcPts val="6342"/>
              </a:lnSpc>
            </a:pPr>
            <a:r>
              <a:rPr lang="en-US" b="true" sz="5400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(days)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1882" y="6545333"/>
            <a:ext cx="6393355" cy="88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6000">
                <a:solidFill>
                  <a:srgbClr val="BCC3F5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serum_sodium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063713" y="6308910"/>
            <a:ext cx="2814007" cy="881444"/>
            <a:chOff x="0" y="0"/>
            <a:chExt cx="3752010" cy="117525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477079" y="-228600"/>
              <a:ext cx="2743200" cy="1118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52"/>
                </a:lnSpc>
              </a:pPr>
              <a:r>
                <a:rPr lang="en-US" b="true" sz="4400">
                  <a:solidFill>
                    <a:srgbClr val="FFFFFF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*map*</a:t>
              </a:r>
            </a:p>
          </p:txBody>
        </p:sp>
        <p:sp>
          <p:nvSpPr>
            <p:cNvPr name="AutoShape 18" id="18"/>
            <p:cNvSpPr/>
            <p:nvPr/>
          </p:nvSpPr>
          <p:spPr>
            <a:xfrm>
              <a:off x="0" y="1092708"/>
              <a:ext cx="3752010" cy="0"/>
            </a:xfrm>
            <a:prstGeom prst="line">
              <a:avLst/>
            </a:prstGeom>
            <a:ln cap="flat" w="165100">
              <a:solidFill>
                <a:srgbClr val="FFFFFF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832999" y="6327960"/>
            <a:ext cx="7954928" cy="222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2"/>
              </a:lnSpc>
            </a:pPr>
            <a:r>
              <a:rPr lang="en-US" b="true" sz="5000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Level of sodium in the blood (mEq/L)</a:t>
            </a:r>
          </a:p>
          <a:p>
            <a:pPr algn="ctr">
              <a:lnSpc>
                <a:spcPts val="587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54348" y="8901009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Binary toggles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07" y="3918778"/>
            <a:ext cx="7292428" cy="88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6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Binary feature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433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dataset)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65124" y="3743500"/>
            <a:ext cx="2057400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44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*map*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6629" y="3714494"/>
            <a:ext cx="3973209" cy="11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b="true" sz="64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 Button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007315" y="4791631"/>
            <a:ext cx="2814007" cy="0"/>
          </a:xfrm>
          <a:prstGeom prst="line">
            <a:avLst/>
          </a:prstGeom>
          <a:ln cap="flat" w="1238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0989446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app)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4765" y="6007466"/>
            <a:ext cx="9176937" cy="12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*shows what each binary option represents*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6796" y="9093287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007" y="3918778"/>
            <a:ext cx="7292428" cy="88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6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smoking</a:t>
            </a:r>
          </a:p>
        </p:txBody>
      </p:sp>
      <p:sp>
        <p:nvSpPr>
          <p:cNvPr name="AutoShape 9" id="9"/>
          <p:cNvSpPr/>
          <p:nvPr/>
        </p:nvSpPr>
        <p:spPr>
          <a:xfrm>
            <a:off x="7206146" y="4791631"/>
            <a:ext cx="2814007" cy="0"/>
          </a:xfrm>
          <a:prstGeom prst="line">
            <a:avLst/>
          </a:prstGeom>
          <a:ln cap="flat" w="1238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0" id="10"/>
          <p:cNvSpPr txBox="true"/>
          <p:nvPr/>
        </p:nvSpPr>
        <p:spPr>
          <a:xfrm rot="0">
            <a:off x="9989944" y="4667302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app)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7241303">
            <a:off x="9060601" y="5848948"/>
            <a:ext cx="1864141" cy="526620"/>
          </a:xfrm>
          <a:custGeom>
            <a:avLst/>
            <a:gdLst/>
            <a:ahLst/>
            <a:cxnLst/>
            <a:rect r="r" b="b" t="t" l="l"/>
            <a:pathLst>
              <a:path h="526620" w="1864141">
                <a:moveTo>
                  <a:pt x="0" y="0"/>
                </a:moveTo>
                <a:lnTo>
                  <a:pt x="1864141" y="0"/>
                </a:lnTo>
                <a:lnTo>
                  <a:pt x="1864141" y="526620"/>
                </a:lnTo>
                <a:lnTo>
                  <a:pt x="0" y="526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3736815">
            <a:off x="14734906" y="5870856"/>
            <a:ext cx="1864141" cy="526620"/>
          </a:xfrm>
          <a:custGeom>
            <a:avLst/>
            <a:gdLst/>
            <a:ahLst/>
            <a:cxnLst/>
            <a:rect r="r" b="b" t="t" l="l"/>
            <a:pathLst>
              <a:path h="526620" w="1864141">
                <a:moveTo>
                  <a:pt x="0" y="526619"/>
                </a:moveTo>
                <a:lnTo>
                  <a:pt x="1864141" y="526619"/>
                </a:lnTo>
                <a:lnTo>
                  <a:pt x="1864141" y="0"/>
                </a:lnTo>
                <a:lnTo>
                  <a:pt x="0" y="0"/>
                </a:lnTo>
                <a:lnTo>
                  <a:pt x="0" y="526619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Binary toggles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433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dataset)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3956" y="3743500"/>
            <a:ext cx="2057400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44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*map*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27127" y="3747328"/>
            <a:ext cx="3973209" cy="11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b="true" sz="64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 Button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44498" y="7181532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doesn’t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55531" y="1394913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*some examples*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5987" y="7329973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C94F5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does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44498" y="7995453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5987" y="8155720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(1)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6796" y="9093287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Binary toggles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07" y="3918778"/>
            <a:ext cx="7292428" cy="88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6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diabetes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433" y="4634469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dataset)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63956" y="3743500"/>
            <a:ext cx="2057400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44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*map*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27127" y="3747328"/>
            <a:ext cx="3973209" cy="113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b="true" sz="64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A Button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7206146" y="4791631"/>
            <a:ext cx="2814007" cy="0"/>
          </a:xfrm>
          <a:prstGeom prst="line">
            <a:avLst/>
          </a:prstGeom>
          <a:ln cap="flat" w="1238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9989944" y="4667302"/>
            <a:ext cx="6047574" cy="81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7"/>
              </a:lnSpc>
            </a:pPr>
            <a:r>
              <a:rPr lang="en-US" b="true" sz="4000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(in the app)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3956" y="7181532"/>
            <a:ext cx="4099322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A6C16C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doesn’t have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5531" y="1394913"/>
            <a:ext cx="9176937" cy="89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1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*some examples*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05987" y="7329973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C94F5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has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7241303">
            <a:off x="9060601" y="5848948"/>
            <a:ext cx="1864141" cy="526620"/>
          </a:xfrm>
          <a:custGeom>
            <a:avLst/>
            <a:gdLst/>
            <a:ahLst/>
            <a:cxnLst/>
            <a:rect r="r" b="b" t="t" l="l"/>
            <a:pathLst>
              <a:path h="526620" w="1864141">
                <a:moveTo>
                  <a:pt x="0" y="0"/>
                </a:moveTo>
                <a:lnTo>
                  <a:pt x="1864141" y="0"/>
                </a:lnTo>
                <a:lnTo>
                  <a:pt x="1864141" y="526620"/>
                </a:lnTo>
                <a:lnTo>
                  <a:pt x="0" y="526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3736815">
            <a:off x="14734906" y="5870856"/>
            <a:ext cx="1864141" cy="526620"/>
          </a:xfrm>
          <a:custGeom>
            <a:avLst/>
            <a:gdLst/>
            <a:ahLst/>
            <a:cxnLst/>
            <a:rect r="r" b="b" t="t" l="l"/>
            <a:pathLst>
              <a:path h="526620" w="1864141">
                <a:moveTo>
                  <a:pt x="0" y="526619"/>
                </a:moveTo>
                <a:lnTo>
                  <a:pt x="1864141" y="526619"/>
                </a:lnTo>
                <a:lnTo>
                  <a:pt x="1864141" y="0"/>
                </a:lnTo>
                <a:lnTo>
                  <a:pt x="0" y="0"/>
                </a:lnTo>
                <a:lnTo>
                  <a:pt x="0" y="526619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144498" y="7995453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5987" y="8155720"/>
            <a:ext cx="3160970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9"/>
              </a:lnSpc>
            </a:pPr>
            <a:r>
              <a:rPr lang="en-US" b="true" sz="43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(1)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46659" y="4343859"/>
            <a:ext cx="11790086" cy="174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1"/>
              </a:lnSpc>
            </a:pPr>
            <a:r>
              <a:rPr lang="en-US" sz="1383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Obstacles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6796" y="9093287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03101" y="6036905"/>
            <a:ext cx="2681798" cy="1833375"/>
          </a:xfrm>
          <a:custGeom>
            <a:avLst/>
            <a:gdLst/>
            <a:ahLst/>
            <a:cxnLst/>
            <a:rect r="r" b="b" t="t" l="l"/>
            <a:pathLst>
              <a:path h="1833375" w="2681798">
                <a:moveTo>
                  <a:pt x="0" y="0"/>
                </a:moveTo>
                <a:lnTo>
                  <a:pt x="2681798" y="0"/>
                </a:lnTo>
                <a:lnTo>
                  <a:pt x="2681798" y="1833375"/>
                </a:lnTo>
                <a:lnTo>
                  <a:pt x="0" y="1833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886631" y="5656820"/>
            <a:ext cx="2598268" cy="2593544"/>
          </a:xfrm>
          <a:custGeom>
            <a:avLst/>
            <a:gdLst/>
            <a:ahLst/>
            <a:cxnLst/>
            <a:rect r="r" b="b" t="t" l="l"/>
            <a:pathLst>
              <a:path h="2593544" w="2598268">
                <a:moveTo>
                  <a:pt x="0" y="0"/>
                </a:moveTo>
                <a:lnTo>
                  <a:pt x="2598268" y="0"/>
                </a:lnTo>
                <a:lnTo>
                  <a:pt x="2598268" y="2593544"/>
                </a:lnTo>
                <a:lnTo>
                  <a:pt x="0" y="25935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Obstacles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1534" y="3476635"/>
            <a:ext cx="13665262" cy="126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9"/>
              </a:lnSpc>
            </a:pPr>
            <a:r>
              <a:rPr lang="en-US" b="true" sz="7299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Gradio’s docummentation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46659" y="4343859"/>
            <a:ext cx="11790086" cy="1744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1"/>
              </a:lnSpc>
            </a:pPr>
            <a:r>
              <a:rPr lang="en-US" sz="13838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work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914994"/>
            <a:ext cx="2354755" cy="2372006"/>
          </a:xfrm>
          <a:custGeom>
            <a:avLst/>
            <a:gdLst/>
            <a:ahLst/>
            <a:cxnLst/>
            <a:rect r="r" b="b" t="t" l="l"/>
            <a:pathLst>
              <a:path h="2372006" w="2354755">
                <a:moveTo>
                  <a:pt x="0" y="0"/>
                </a:moveTo>
                <a:lnTo>
                  <a:pt x="2354755" y="0"/>
                </a:lnTo>
                <a:lnTo>
                  <a:pt x="2354755" y="2372006"/>
                </a:lnTo>
                <a:lnTo>
                  <a:pt x="0" y="23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1543" y="565083"/>
            <a:ext cx="2517470" cy="819322"/>
          </a:xfrm>
          <a:custGeom>
            <a:avLst/>
            <a:gdLst/>
            <a:ahLst/>
            <a:cxnLst/>
            <a:rect r="r" b="b" t="t" l="l"/>
            <a:pathLst>
              <a:path h="819322" w="2517470">
                <a:moveTo>
                  <a:pt x="0" y="0"/>
                </a:moveTo>
                <a:lnTo>
                  <a:pt x="2517470" y="0"/>
                </a:lnTo>
                <a:lnTo>
                  <a:pt x="2517470" y="819323"/>
                </a:lnTo>
                <a:lnTo>
                  <a:pt x="0" y="81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83948" y="-25713"/>
            <a:ext cx="2804052" cy="2804052"/>
          </a:xfrm>
          <a:custGeom>
            <a:avLst/>
            <a:gdLst/>
            <a:ahLst/>
            <a:cxnLst/>
            <a:rect r="r" b="b" t="t" l="l"/>
            <a:pathLst>
              <a:path h="2804052" w="2804052">
                <a:moveTo>
                  <a:pt x="2804052" y="2804052"/>
                </a:moveTo>
                <a:lnTo>
                  <a:pt x="0" y="2804052"/>
                </a:lnTo>
                <a:lnTo>
                  <a:pt x="0" y="0"/>
                </a:lnTo>
                <a:lnTo>
                  <a:pt x="2804052" y="0"/>
                </a:lnTo>
                <a:lnTo>
                  <a:pt x="2804052" y="28040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06796" y="9093287"/>
            <a:ext cx="2181204" cy="1193713"/>
          </a:xfrm>
          <a:custGeom>
            <a:avLst/>
            <a:gdLst/>
            <a:ahLst/>
            <a:cxnLst/>
            <a:rect r="r" b="b" t="t" l="l"/>
            <a:pathLst>
              <a:path h="1193713" w="2181204">
                <a:moveTo>
                  <a:pt x="0" y="0"/>
                </a:moveTo>
                <a:lnTo>
                  <a:pt x="2181204" y="0"/>
                </a:lnTo>
                <a:lnTo>
                  <a:pt x="2181204" y="1193713"/>
                </a:lnTo>
                <a:lnTo>
                  <a:pt x="0" y="1193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7285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2" y="0"/>
                </a:moveTo>
                <a:lnTo>
                  <a:pt x="0" y="0"/>
                </a:lnTo>
                <a:lnTo>
                  <a:pt x="0" y="793737"/>
                </a:lnTo>
                <a:lnTo>
                  <a:pt x="1666242" y="793737"/>
                </a:lnTo>
                <a:lnTo>
                  <a:pt x="166624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5659" y="56508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40278" y="4165753"/>
            <a:ext cx="5323586" cy="2652114"/>
          </a:xfrm>
          <a:custGeom>
            <a:avLst/>
            <a:gdLst/>
            <a:ahLst/>
            <a:cxnLst/>
            <a:rect r="r" b="b" t="t" l="l"/>
            <a:pathLst>
              <a:path h="2652114" w="5323586">
                <a:moveTo>
                  <a:pt x="0" y="0"/>
                </a:moveTo>
                <a:lnTo>
                  <a:pt x="5323586" y="0"/>
                </a:lnTo>
                <a:lnTo>
                  <a:pt x="5323586" y="2652114"/>
                </a:lnTo>
                <a:lnTo>
                  <a:pt x="0" y="2652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8148713" y="4165753"/>
            <a:ext cx="0" cy="2531613"/>
          </a:xfrm>
          <a:prstGeom prst="line">
            <a:avLst/>
          </a:prstGeom>
          <a:ln cap="flat" w="2381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1990933" y="3947085"/>
            <a:ext cx="3089452" cy="3089452"/>
          </a:xfrm>
          <a:custGeom>
            <a:avLst/>
            <a:gdLst/>
            <a:ahLst/>
            <a:cxnLst/>
            <a:rect r="r" b="b" t="t" l="l"/>
            <a:pathLst>
              <a:path h="3089452" w="3089452">
                <a:moveTo>
                  <a:pt x="0" y="0"/>
                </a:moveTo>
                <a:lnTo>
                  <a:pt x="3089452" y="0"/>
                </a:lnTo>
                <a:lnTo>
                  <a:pt x="3089452" y="3089451"/>
                </a:lnTo>
                <a:lnTo>
                  <a:pt x="0" y="308945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94801" y="630999"/>
            <a:ext cx="7946417" cy="70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560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32827" y="4927663"/>
            <a:ext cx="1338488" cy="139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8"/>
              </a:lnSpc>
            </a:pPr>
            <a:r>
              <a:rPr lang="en-US" b="true" sz="8030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UI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F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662415"/>
            <a:ext cx="4590951" cy="4624585"/>
          </a:xfrm>
          <a:custGeom>
            <a:avLst/>
            <a:gdLst/>
            <a:ahLst/>
            <a:cxnLst/>
            <a:rect r="r" b="b" t="t" l="l"/>
            <a:pathLst>
              <a:path h="4624585" w="4590951">
                <a:moveTo>
                  <a:pt x="0" y="0"/>
                </a:moveTo>
                <a:lnTo>
                  <a:pt x="4590951" y="0"/>
                </a:lnTo>
                <a:lnTo>
                  <a:pt x="4590951" y="4624585"/>
                </a:lnTo>
                <a:lnTo>
                  <a:pt x="0" y="462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656" y="433509"/>
            <a:ext cx="3330198" cy="1083828"/>
          </a:xfrm>
          <a:custGeom>
            <a:avLst/>
            <a:gdLst/>
            <a:ahLst/>
            <a:cxnLst/>
            <a:rect r="r" b="b" t="t" l="l"/>
            <a:pathLst>
              <a:path h="1083828" w="3330198">
                <a:moveTo>
                  <a:pt x="0" y="0"/>
                </a:moveTo>
                <a:lnTo>
                  <a:pt x="3330198" y="0"/>
                </a:lnTo>
                <a:lnTo>
                  <a:pt x="3330198" y="1083828"/>
                </a:lnTo>
                <a:lnTo>
                  <a:pt x="0" y="1083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849" y="2576315"/>
            <a:ext cx="725701" cy="2057400"/>
          </a:xfrm>
          <a:custGeom>
            <a:avLst/>
            <a:gdLst/>
            <a:ahLst/>
            <a:cxnLst/>
            <a:rect r="r" b="b" t="t" l="l"/>
            <a:pathLst>
              <a:path h="2057400" w="725701">
                <a:moveTo>
                  <a:pt x="0" y="0"/>
                </a:moveTo>
                <a:lnTo>
                  <a:pt x="725702" y="0"/>
                </a:lnTo>
                <a:lnTo>
                  <a:pt x="72570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628572" y="-25713"/>
            <a:ext cx="4659428" cy="4659428"/>
          </a:xfrm>
          <a:custGeom>
            <a:avLst/>
            <a:gdLst/>
            <a:ahLst/>
            <a:cxnLst/>
            <a:rect r="r" b="b" t="t" l="l"/>
            <a:pathLst>
              <a:path h="4659428" w="4659428">
                <a:moveTo>
                  <a:pt x="4659428" y="4659428"/>
                </a:moveTo>
                <a:lnTo>
                  <a:pt x="0" y="4659428"/>
                </a:lnTo>
                <a:lnTo>
                  <a:pt x="0" y="0"/>
                </a:lnTo>
                <a:lnTo>
                  <a:pt x="4659428" y="0"/>
                </a:lnTo>
                <a:lnTo>
                  <a:pt x="4659428" y="465942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28572" y="7949259"/>
            <a:ext cx="3657708" cy="2001764"/>
          </a:xfrm>
          <a:custGeom>
            <a:avLst/>
            <a:gdLst/>
            <a:ahLst/>
            <a:cxnLst/>
            <a:rect r="r" b="b" t="t" l="l"/>
            <a:pathLst>
              <a:path h="2001764" w="3657708">
                <a:moveTo>
                  <a:pt x="0" y="0"/>
                </a:moveTo>
                <a:lnTo>
                  <a:pt x="3657708" y="0"/>
                </a:lnTo>
                <a:lnTo>
                  <a:pt x="3657708" y="2001764"/>
                </a:lnTo>
                <a:lnTo>
                  <a:pt x="0" y="2001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5165" y="6632181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0" y="0"/>
                </a:moveTo>
                <a:lnTo>
                  <a:pt x="1666241" y="0"/>
                </a:lnTo>
                <a:lnTo>
                  <a:pt x="1666241" y="793737"/>
                </a:lnTo>
                <a:lnTo>
                  <a:pt x="0" y="7937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13431" y="8553273"/>
            <a:ext cx="1666241" cy="793737"/>
          </a:xfrm>
          <a:custGeom>
            <a:avLst/>
            <a:gdLst/>
            <a:ahLst/>
            <a:cxnLst/>
            <a:rect r="r" b="b" t="t" l="l"/>
            <a:pathLst>
              <a:path h="793737" w="1666241">
                <a:moveTo>
                  <a:pt x="1666241" y="0"/>
                </a:moveTo>
                <a:lnTo>
                  <a:pt x="0" y="0"/>
                </a:lnTo>
                <a:lnTo>
                  <a:pt x="0" y="793737"/>
                </a:lnTo>
                <a:lnTo>
                  <a:pt x="1666241" y="793737"/>
                </a:lnTo>
                <a:lnTo>
                  <a:pt x="16662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1828782" y="-162943"/>
            <a:ext cx="650065" cy="1842969"/>
          </a:xfrm>
          <a:custGeom>
            <a:avLst/>
            <a:gdLst/>
            <a:ahLst/>
            <a:cxnLst/>
            <a:rect r="r" b="b" t="t" l="l"/>
            <a:pathLst>
              <a:path h="1842969" w="650065">
                <a:moveTo>
                  <a:pt x="0" y="0"/>
                </a:moveTo>
                <a:lnTo>
                  <a:pt x="650066" y="0"/>
                </a:lnTo>
                <a:lnTo>
                  <a:pt x="650066" y="1842969"/>
                </a:lnTo>
                <a:lnTo>
                  <a:pt x="0" y="1842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67340" y="3697605"/>
            <a:ext cx="10223718" cy="178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63"/>
              </a:lnSpc>
            </a:pPr>
            <a:r>
              <a:rPr lang="en-US" sz="14199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19854" y="6114951"/>
            <a:ext cx="10223718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12000" b="true">
                <a:solidFill>
                  <a:srgbClr val="FFFFFF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=)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DAGvVv_Lz2s</dc:identifier>
  <dcterms:modified xsi:type="dcterms:W3CDTF">2011-08-01T06:04:30Z</dcterms:modified>
  <cp:revision>1</cp:revision>
  <dc:title>heart_failure.pptx</dc:title>
</cp:coreProperties>
</file>