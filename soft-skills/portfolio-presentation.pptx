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rcade Gamer" charset="1" panose="00000000000000000000"/>
      <p:regular r:id="rId19"/>
    </p:embeddedFont>
    <p:embeddedFont>
      <p:font typeface="Open Sans Bold" charset="1" panose="00000000000000000000"/>
      <p:regular r:id="rId20"/>
    </p:embeddedFont>
    <p:embeddedFont>
      <p:font typeface="Fira Code" charset="1" panose="020B0809050000020004"/>
      <p:regular r:id="rId21"/>
    </p:embeddedFont>
    <p:embeddedFont>
      <p:font typeface="Fira Code Bold" charset="1" panose="020B080905000002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https://github.com/Asir-IO/heart-failure-predictor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https://huggingface.co/spaces/Asser-IO/digit-classifier" TargetMode="External" Type="http://schemas.openxmlformats.org/officeDocument/2006/relationships/hyperlink"/><Relationship Id="rId4" Target="https://github.com/Asir-IO/digit-classification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https://github.com/Asir-IO" TargetMode="External" Type="http://schemas.openxmlformats.org/officeDocument/2006/relationships/hyperlink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387972"/>
            <a:ext cx="5672391" cy="6870328"/>
          </a:xfrm>
          <a:custGeom>
            <a:avLst/>
            <a:gdLst/>
            <a:ahLst/>
            <a:cxnLst/>
            <a:rect r="r" b="b" t="t" l="l"/>
            <a:pathLst>
              <a:path h="6870328" w="5672391">
                <a:moveTo>
                  <a:pt x="0" y="0"/>
                </a:moveTo>
                <a:lnTo>
                  <a:pt x="5672391" y="0"/>
                </a:lnTo>
                <a:lnTo>
                  <a:pt x="5672391" y="6870328"/>
                </a:lnTo>
                <a:lnTo>
                  <a:pt x="0" y="68703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000" t="-144291" r="-82459" b="-1161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35738" y="4395265"/>
            <a:ext cx="7677358" cy="1906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21"/>
              </a:lnSpc>
            </a:pPr>
            <a:r>
              <a:rPr lang="en-US" sz="12631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Asser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118966" y="8781215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Page | 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86458" y="6349398"/>
            <a:ext cx="7575918" cy="1439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7"/>
              </a:lnSpc>
            </a:pPr>
            <a:r>
              <a:rPr lang="en-US" sz="5133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ML engineer/</a:t>
            </a:r>
          </a:p>
          <a:p>
            <a:pPr algn="l">
              <a:lnSpc>
                <a:spcPts val="5697"/>
              </a:lnSpc>
            </a:pPr>
            <a:r>
              <a:rPr lang="en-US" sz="5133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Data visializer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62710" y="7652062"/>
            <a:ext cx="4684334" cy="2634938"/>
          </a:xfrm>
          <a:custGeom>
            <a:avLst/>
            <a:gdLst/>
            <a:ahLst/>
            <a:cxnLst/>
            <a:rect r="r" b="b" t="t" l="l"/>
            <a:pathLst>
              <a:path h="2634938" w="4684334">
                <a:moveTo>
                  <a:pt x="0" y="0"/>
                </a:moveTo>
                <a:lnTo>
                  <a:pt x="4684334" y="0"/>
                </a:lnTo>
                <a:lnTo>
                  <a:pt x="4684334" y="2634938"/>
                </a:lnTo>
                <a:lnTo>
                  <a:pt x="0" y="26349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086919" y="9614430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Page | 02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175033" y="1360662"/>
            <a:ext cx="9324692" cy="1676044"/>
            <a:chOff x="0" y="0"/>
            <a:chExt cx="2455886" cy="4414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55886" cy="441427"/>
            </a:xfrm>
            <a:custGeom>
              <a:avLst/>
              <a:gdLst/>
              <a:ahLst/>
              <a:cxnLst/>
              <a:rect r="r" b="b" t="t" l="l"/>
              <a:pathLst>
                <a:path h="441427" w="2455886">
                  <a:moveTo>
                    <a:pt x="0" y="0"/>
                  </a:moveTo>
                  <a:lnTo>
                    <a:pt x="2455886" y="0"/>
                  </a:lnTo>
                  <a:lnTo>
                    <a:pt x="2455886" y="441427"/>
                  </a:lnTo>
                  <a:lnTo>
                    <a:pt x="0" y="441427"/>
                  </a:lnTo>
                  <a:close/>
                </a:path>
              </a:pathLst>
            </a:custGeom>
            <a:solidFill>
              <a:srgbClr val="585858"/>
            </a:solidFill>
            <a:ln w="142875" cap="sq">
              <a:solidFill>
                <a:srgbClr val="2D2D2D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55886" cy="479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695981" y="1678246"/>
            <a:ext cx="8282797" cy="1091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7"/>
              </a:lnSpc>
            </a:pPr>
            <a:r>
              <a:rPr lang="en-US" sz="713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About Asser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31620" y="3822132"/>
            <a:ext cx="17333821" cy="1141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6"/>
              </a:lnSpc>
            </a:pPr>
            <a:r>
              <a:rPr lang="en-US" sz="4033" b="tru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I’m a Computer Science undergraduate.</a:t>
            </a:r>
          </a:p>
          <a:p>
            <a:pPr algn="l">
              <a:lnSpc>
                <a:spcPts val="4476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992183"/>
            <a:ext cx="7976177" cy="2983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1"/>
              </a:lnSpc>
            </a:pPr>
            <a:r>
              <a:rPr lang="en-US" sz="3533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I found Machine Learning intriguing. Which is why I  took a summer course to explore it, and have since built and deployed two ML models =)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15622" y="4992183"/>
            <a:ext cx="7976177" cy="3478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1"/>
              </a:lnSpc>
            </a:pPr>
            <a:r>
              <a:rPr lang="en-US" sz="3533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I found it fulfilling to be able to visualize new concpets that I learn, so I decided to learn manim and have created several animations, one of which is on YouTube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F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086919" y="9614430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Page | 02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135886" y="1552522"/>
            <a:ext cx="9324692" cy="1676044"/>
            <a:chOff x="0" y="0"/>
            <a:chExt cx="2455886" cy="4414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55886" cy="441427"/>
            </a:xfrm>
            <a:custGeom>
              <a:avLst/>
              <a:gdLst/>
              <a:ahLst/>
              <a:cxnLst/>
              <a:rect r="r" b="b" t="t" l="l"/>
              <a:pathLst>
                <a:path h="441427" w="2455886">
                  <a:moveTo>
                    <a:pt x="0" y="0"/>
                  </a:moveTo>
                  <a:lnTo>
                    <a:pt x="2455886" y="0"/>
                  </a:lnTo>
                  <a:lnTo>
                    <a:pt x="2455886" y="441427"/>
                  </a:lnTo>
                  <a:lnTo>
                    <a:pt x="0" y="441427"/>
                  </a:lnTo>
                  <a:close/>
                </a:path>
              </a:pathLst>
            </a:custGeom>
            <a:solidFill>
              <a:srgbClr val="585858"/>
            </a:solidFill>
            <a:ln w="142875" cap="sq">
              <a:solidFill>
                <a:srgbClr val="2D2D2D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55886" cy="479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606948" y="1840190"/>
            <a:ext cx="8282797" cy="1091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7"/>
              </a:lnSpc>
            </a:pPr>
            <a:r>
              <a:rPr lang="en-US" sz="713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Education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72063" y="4523966"/>
            <a:ext cx="7252338" cy="81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2"/>
              </a:lnSpc>
            </a:pPr>
            <a:r>
              <a:rPr lang="en-US" sz="5731" b="tru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Cairo University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30803" y="5813249"/>
            <a:ext cx="11334858" cy="1340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39"/>
              </a:lnSpc>
            </a:pPr>
            <a:r>
              <a:rPr lang="en-US" sz="4720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Faculty of Computers and Artificial Intelligence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50188" y="7629619"/>
            <a:ext cx="11334858" cy="488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5"/>
              </a:lnSpc>
            </a:pPr>
            <a:r>
              <a:rPr lang="en-US" b="true" sz="3500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(2023 - present)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1F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524776" y="8733745"/>
            <a:ext cx="734524" cy="181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23"/>
              </a:lnSpc>
              <a:spcBef>
                <a:spcPct val="0"/>
              </a:spcBef>
            </a:pPr>
            <a:r>
              <a:rPr lang="en-US" b="true" sz="108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Page | 02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016788" y="772326"/>
            <a:ext cx="7361301" cy="1676044"/>
            <a:chOff x="0" y="0"/>
            <a:chExt cx="1938779" cy="4414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38779" cy="441427"/>
            </a:xfrm>
            <a:custGeom>
              <a:avLst/>
              <a:gdLst/>
              <a:ahLst/>
              <a:cxnLst/>
              <a:rect r="r" b="b" t="t" l="l"/>
              <a:pathLst>
                <a:path h="441427" w="1938779">
                  <a:moveTo>
                    <a:pt x="0" y="0"/>
                  </a:moveTo>
                  <a:lnTo>
                    <a:pt x="1938779" y="0"/>
                  </a:lnTo>
                  <a:lnTo>
                    <a:pt x="1938779" y="441427"/>
                  </a:lnTo>
                  <a:lnTo>
                    <a:pt x="0" y="441427"/>
                  </a:lnTo>
                  <a:close/>
                </a:path>
              </a:pathLst>
            </a:custGeom>
            <a:solidFill>
              <a:srgbClr val="585858"/>
            </a:solidFill>
            <a:ln w="142875" cap="sq">
              <a:solidFill>
                <a:srgbClr val="2D2D2D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38779" cy="479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593289" y="1059994"/>
            <a:ext cx="7129115" cy="1091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7"/>
              </a:lnSpc>
            </a:pPr>
            <a:r>
              <a:rPr lang="en-US" sz="713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My skills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418010" y="3198584"/>
            <a:ext cx="3681031" cy="2545403"/>
            <a:chOff x="0" y="0"/>
            <a:chExt cx="1468372" cy="10153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8372" cy="1015367"/>
            </a:xfrm>
            <a:custGeom>
              <a:avLst/>
              <a:gdLst/>
              <a:ahLst/>
              <a:cxnLst/>
              <a:rect r="r" b="b" t="t" l="l"/>
              <a:pathLst>
                <a:path h="1015367" w="1468372">
                  <a:moveTo>
                    <a:pt x="0" y="0"/>
                  </a:moveTo>
                  <a:lnTo>
                    <a:pt x="1468372" y="0"/>
                  </a:lnTo>
                  <a:lnTo>
                    <a:pt x="1468372" y="1015367"/>
                  </a:lnTo>
                  <a:lnTo>
                    <a:pt x="0" y="1015367"/>
                  </a:lnTo>
                  <a:close/>
                </a:path>
              </a:pathLst>
            </a:custGeom>
            <a:solidFill>
              <a:srgbClr val="D1D1D1"/>
            </a:solidFill>
            <a:ln w="142875" cap="sq">
              <a:solidFill>
                <a:srgbClr val="585858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68372" cy="1053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863108" y="3807942"/>
            <a:ext cx="2939631" cy="1364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5"/>
              </a:lnSpc>
            </a:pPr>
            <a:r>
              <a:rPr lang="en-US" sz="4815" b="true">
                <a:solidFill>
                  <a:srgbClr val="1F202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Version</a:t>
            </a:r>
          </a:p>
          <a:p>
            <a:pPr algn="l">
              <a:lnSpc>
                <a:spcPts val="5345"/>
              </a:lnSpc>
            </a:pPr>
            <a:r>
              <a:rPr lang="en-US" sz="4815" b="true">
                <a:solidFill>
                  <a:srgbClr val="1F202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Control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418010" y="6207393"/>
            <a:ext cx="3681031" cy="2545403"/>
            <a:chOff x="0" y="0"/>
            <a:chExt cx="1468372" cy="10153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8372" cy="1015367"/>
            </a:xfrm>
            <a:custGeom>
              <a:avLst/>
              <a:gdLst/>
              <a:ahLst/>
              <a:cxnLst/>
              <a:rect r="r" b="b" t="t" l="l"/>
              <a:pathLst>
                <a:path h="1015367" w="1468372">
                  <a:moveTo>
                    <a:pt x="0" y="0"/>
                  </a:moveTo>
                  <a:lnTo>
                    <a:pt x="1468372" y="0"/>
                  </a:lnTo>
                  <a:lnTo>
                    <a:pt x="1468372" y="1015367"/>
                  </a:lnTo>
                  <a:lnTo>
                    <a:pt x="0" y="1015367"/>
                  </a:lnTo>
                  <a:close/>
                </a:path>
              </a:pathLst>
            </a:custGeom>
            <a:solidFill>
              <a:srgbClr val="D1D1D1"/>
            </a:solidFill>
            <a:ln w="142875" cap="sq">
              <a:solidFill>
                <a:srgbClr val="585858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68372" cy="1053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129914" y="6995030"/>
            <a:ext cx="2406019" cy="849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1"/>
              </a:lnSpc>
            </a:pPr>
            <a:r>
              <a:rPr lang="en-US" sz="5992" b="true">
                <a:solidFill>
                  <a:srgbClr val="1F202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Manim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39619" y="6207393"/>
            <a:ext cx="3681031" cy="2545403"/>
            <a:chOff x="0" y="0"/>
            <a:chExt cx="1468372" cy="101536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8372" cy="1015367"/>
            </a:xfrm>
            <a:custGeom>
              <a:avLst/>
              <a:gdLst/>
              <a:ahLst/>
              <a:cxnLst/>
              <a:rect r="r" b="b" t="t" l="l"/>
              <a:pathLst>
                <a:path h="1015367" w="1468372">
                  <a:moveTo>
                    <a:pt x="0" y="0"/>
                  </a:moveTo>
                  <a:lnTo>
                    <a:pt x="1468372" y="0"/>
                  </a:lnTo>
                  <a:lnTo>
                    <a:pt x="1468372" y="1015367"/>
                  </a:lnTo>
                  <a:lnTo>
                    <a:pt x="0" y="1015367"/>
                  </a:lnTo>
                  <a:close/>
                </a:path>
              </a:pathLst>
            </a:custGeom>
            <a:solidFill>
              <a:srgbClr val="D1D1D1"/>
            </a:solidFill>
            <a:ln w="142875" cap="sq">
              <a:solidFill>
                <a:srgbClr val="585858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8372" cy="1053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313167" y="7014324"/>
            <a:ext cx="2038486" cy="99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1"/>
              </a:lnSpc>
            </a:pPr>
            <a:r>
              <a:rPr lang="en-US" sz="6992" b="true">
                <a:solidFill>
                  <a:srgbClr val="1F202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JS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939619" y="3198584"/>
            <a:ext cx="3681031" cy="2545403"/>
            <a:chOff x="0" y="0"/>
            <a:chExt cx="1468372" cy="101536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8372" cy="1015367"/>
            </a:xfrm>
            <a:custGeom>
              <a:avLst/>
              <a:gdLst/>
              <a:ahLst/>
              <a:cxnLst/>
              <a:rect r="r" b="b" t="t" l="l"/>
              <a:pathLst>
                <a:path h="1015367" w="1468372">
                  <a:moveTo>
                    <a:pt x="0" y="0"/>
                  </a:moveTo>
                  <a:lnTo>
                    <a:pt x="1468372" y="0"/>
                  </a:lnTo>
                  <a:lnTo>
                    <a:pt x="1468372" y="1015367"/>
                  </a:lnTo>
                  <a:lnTo>
                    <a:pt x="0" y="1015367"/>
                  </a:lnTo>
                  <a:close/>
                </a:path>
              </a:pathLst>
            </a:custGeom>
            <a:solidFill>
              <a:srgbClr val="D1D1D1"/>
            </a:solidFill>
            <a:ln w="142875" cap="sq">
              <a:solidFill>
                <a:srgbClr val="585858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468372" cy="1053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399461" y="4109041"/>
            <a:ext cx="2952191" cy="839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3"/>
              </a:lnSpc>
            </a:pPr>
            <a:r>
              <a:rPr lang="en-US" sz="5904" b="true">
                <a:solidFill>
                  <a:srgbClr val="1F202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Python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458732" y="3227653"/>
            <a:ext cx="3681031" cy="2545403"/>
            <a:chOff x="0" y="0"/>
            <a:chExt cx="1468372" cy="101536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8372" cy="1015367"/>
            </a:xfrm>
            <a:custGeom>
              <a:avLst/>
              <a:gdLst/>
              <a:ahLst/>
              <a:cxnLst/>
              <a:rect r="r" b="b" t="t" l="l"/>
              <a:pathLst>
                <a:path h="1015367" w="1468372">
                  <a:moveTo>
                    <a:pt x="0" y="0"/>
                  </a:moveTo>
                  <a:lnTo>
                    <a:pt x="1468372" y="0"/>
                  </a:lnTo>
                  <a:lnTo>
                    <a:pt x="1468372" y="1015367"/>
                  </a:lnTo>
                  <a:lnTo>
                    <a:pt x="0" y="1015367"/>
                  </a:lnTo>
                  <a:close/>
                </a:path>
              </a:pathLst>
            </a:custGeom>
            <a:solidFill>
              <a:srgbClr val="D1D1D1"/>
            </a:solidFill>
            <a:ln w="142875" cap="sq">
              <a:solidFill>
                <a:srgbClr val="585858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468372" cy="1053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2378090" y="3991963"/>
            <a:ext cx="2952191" cy="10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6"/>
              </a:lnSpc>
            </a:pPr>
            <a:r>
              <a:rPr lang="en-US" sz="7204" b="true">
                <a:solidFill>
                  <a:srgbClr val="1F202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CSS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458732" y="6207393"/>
            <a:ext cx="3681031" cy="2545403"/>
            <a:chOff x="0" y="0"/>
            <a:chExt cx="1468372" cy="101536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68372" cy="1015367"/>
            </a:xfrm>
            <a:custGeom>
              <a:avLst/>
              <a:gdLst/>
              <a:ahLst/>
              <a:cxnLst/>
              <a:rect r="r" b="b" t="t" l="l"/>
              <a:pathLst>
                <a:path h="1015367" w="1468372">
                  <a:moveTo>
                    <a:pt x="0" y="0"/>
                  </a:moveTo>
                  <a:lnTo>
                    <a:pt x="1468372" y="0"/>
                  </a:lnTo>
                  <a:lnTo>
                    <a:pt x="1468372" y="1015367"/>
                  </a:lnTo>
                  <a:lnTo>
                    <a:pt x="0" y="1015367"/>
                  </a:lnTo>
                  <a:close/>
                </a:path>
              </a:pathLst>
            </a:custGeom>
            <a:solidFill>
              <a:srgbClr val="D1D1D1"/>
            </a:solidFill>
            <a:ln w="142875" cap="sq">
              <a:solidFill>
                <a:srgbClr val="585858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468372" cy="1053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1925292" y="7004799"/>
            <a:ext cx="2952191" cy="839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3"/>
              </a:lnSpc>
            </a:pPr>
            <a:r>
              <a:rPr lang="en-US" sz="5904" b="true">
                <a:solidFill>
                  <a:srgbClr val="1F202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Gradio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F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086919" y="9614430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Page | 02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130803" y="1028700"/>
            <a:ext cx="12026565" cy="1676044"/>
            <a:chOff x="0" y="0"/>
            <a:chExt cx="3167490" cy="4414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67490" cy="441427"/>
            </a:xfrm>
            <a:custGeom>
              <a:avLst/>
              <a:gdLst/>
              <a:ahLst/>
              <a:cxnLst/>
              <a:rect r="r" b="b" t="t" l="l"/>
              <a:pathLst>
                <a:path h="441427" w="3167490">
                  <a:moveTo>
                    <a:pt x="0" y="0"/>
                  </a:moveTo>
                  <a:lnTo>
                    <a:pt x="3167490" y="0"/>
                  </a:lnTo>
                  <a:lnTo>
                    <a:pt x="3167490" y="441427"/>
                  </a:lnTo>
                  <a:lnTo>
                    <a:pt x="0" y="441427"/>
                  </a:lnTo>
                  <a:close/>
                </a:path>
              </a:pathLst>
            </a:custGeom>
            <a:solidFill>
              <a:srgbClr val="585858"/>
            </a:solidFill>
            <a:ln w="142875" cap="sq">
              <a:solidFill>
                <a:srgbClr val="2D2D2D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167490" cy="479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677398" y="1316368"/>
            <a:ext cx="11884851" cy="1091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7"/>
              </a:lnSpc>
            </a:pPr>
            <a:r>
              <a:rPr lang="en-US" sz="713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Work experience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990102" y="3418769"/>
            <a:ext cx="5645948" cy="5839531"/>
            <a:chOff x="0" y="0"/>
            <a:chExt cx="1769723" cy="18304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69724" cy="1830402"/>
            </a:xfrm>
            <a:custGeom>
              <a:avLst/>
              <a:gdLst/>
              <a:ahLst/>
              <a:cxnLst/>
              <a:rect r="r" b="b" t="t" l="l"/>
              <a:pathLst>
                <a:path h="1830402" w="1769724">
                  <a:moveTo>
                    <a:pt x="0" y="0"/>
                  </a:moveTo>
                  <a:lnTo>
                    <a:pt x="1769724" y="0"/>
                  </a:lnTo>
                  <a:lnTo>
                    <a:pt x="1769724" y="1830402"/>
                  </a:lnTo>
                  <a:lnTo>
                    <a:pt x="0" y="1830402"/>
                  </a:lnTo>
                  <a:close/>
                </a:path>
              </a:pathLst>
            </a:custGeom>
            <a:solidFill>
              <a:srgbClr val="D1D1D1"/>
            </a:solidFill>
            <a:ln w="142875" cap="sq">
              <a:solidFill>
                <a:srgbClr val="585858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769723" cy="18685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942562" y="3984308"/>
            <a:ext cx="3741027" cy="880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2"/>
              </a:lnSpc>
            </a:pPr>
            <a:r>
              <a:rPr lang="en-US" sz="6128" b="true">
                <a:solidFill>
                  <a:srgbClr val="1F202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Place 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51450" y="5922509"/>
            <a:ext cx="2523251" cy="879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2"/>
              </a:lnSpc>
            </a:pPr>
            <a:r>
              <a:rPr lang="en-US" sz="6128">
                <a:solidFill>
                  <a:srgbClr val="1F2020"/>
                </a:solidFill>
                <a:latin typeface="Fira Code"/>
                <a:ea typeface="Fira Code"/>
                <a:cs typeface="Fira Code"/>
                <a:sym typeface="Fira Code"/>
              </a:rPr>
              <a:t>*did*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665102" y="3418769"/>
            <a:ext cx="5645948" cy="5839531"/>
            <a:chOff x="0" y="0"/>
            <a:chExt cx="1769723" cy="183040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69724" cy="1830402"/>
            </a:xfrm>
            <a:custGeom>
              <a:avLst/>
              <a:gdLst/>
              <a:ahLst/>
              <a:cxnLst/>
              <a:rect r="r" b="b" t="t" l="l"/>
              <a:pathLst>
                <a:path h="1830402" w="1769724">
                  <a:moveTo>
                    <a:pt x="0" y="0"/>
                  </a:moveTo>
                  <a:lnTo>
                    <a:pt x="1769724" y="0"/>
                  </a:lnTo>
                  <a:lnTo>
                    <a:pt x="1769724" y="1830402"/>
                  </a:lnTo>
                  <a:lnTo>
                    <a:pt x="0" y="1830402"/>
                  </a:lnTo>
                  <a:close/>
                </a:path>
              </a:pathLst>
            </a:custGeom>
            <a:solidFill>
              <a:srgbClr val="D1D1D1"/>
            </a:solidFill>
            <a:ln w="142875" cap="sq">
              <a:solidFill>
                <a:srgbClr val="585858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769723" cy="18685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1617563" y="3984308"/>
            <a:ext cx="3741027" cy="880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2"/>
              </a:lnSpc>
            </a:pPr>
            <a:r>
              <a:rPr lang="en-US" sz="6128" b="true">
                <a:solidFill>
                  <a:srgbClr val="1F202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Place B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26451" y="5922509"/>
            <a:ext cx="2523251" cy="879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2"/>
              </a:lnSpc>
            </a:pPr>
            <a:r>
              <a:rPr lang="en-US" sz="6128">
                <a:solidFill>
                  <a:srgbClr val="1F2020"/>
                </a:solidFill>
                <a:latin typeface="Fira Code"/>
                <a:ea typeface="Fira Code"/>
                <a:cs typeface="Fira Code"/>
                <a:sym typeface="Fira Code"/>
              </a:rPr>
              <a:t>*did*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F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29598" y="1533910"/>
            <a:ext cx="9324692" cy="1676044"/>
            <a:chOff x="0" y="0"/>
            <a:chExt cx="2455886" cy="4414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5886" cy="441427"/>
            </a:xfrm>
            <a:custGeom>
              <a:avLst/>
              <a:gdLst/>
              <a:ahLst/>
              <a:cxnLst/>
              <a:rect r="r" b="b" t="t" l="l"/>
              <a:pathLst>
                <a:path h="441427" w="2455886">
                  <a:moveTo>
                    <a:pt x="0" y="0"/>
                  </a:moveTo>
                  <a:lnTo>
                    <a:pt x="2455886" y="0"/>
                  </a:lnTo>
                  <a:lnTo>
                    <a:pt x="2455886" y="441427"/>
                  </a:lnTo>
                  <a:lnTo>
                    <a:pt x="0" y="441427"/>
                  </a:lnTo>
                  <a:close/>
                </a:path>
              </a:pathLst>
            </a:custGeom>
            <a:solidFill>
              <a:srgbClr val="585858"/>
            </a:solidFill>
            <a:ln w="142875" cap="sq">
              <a:solidFill>
                <a:srgbClr val="2D2D2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5886" cy="479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086919" y="9614430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Page | 02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57539" y="1885671"/>
            <a:ext cx="8282797" cy="1091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7"/>
              </a:lnSpc>
            </a:pPr>
            <a:r>
              <a:rPr lang="en-US" sz="713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My Services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567236" y="5210853"/>
            <a:ext cx="5575225" cy="3855221"/>
            <a:chOff x="0" y="0"/>
            <a:chExt cx="1468372" cy="10153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8372" cy="1015367"/>
            </a:xfrm>
            <a:custGeom>
              <a:avLst/>
              <a:gdLst/>
              <a:ahLst/>
              <a:cxnLst/>
              <a:rect r="r" b="b" t="t" l="l"/>
              <a:pathLst>
                <a:path h="1015367" w="1468372">
                  <a:moveTo>
                    <a:pt x="0" y="0"/>
                  </a:moveTo>
                  <a:lnTo>
                    <a:pt x="1468372" y="0"/>
                  </a:lnTo>
                  <a:lnTo>
                    <a:pt x="1468372" y="1015367"/>
                  </a:lnTo>
                  <a:lnTo>
                    <a:pt x="0" y="1015367"/>
                  </a:lnTo>
                  <a:close/>
                </a:path>
              </a:pathLst>
            </a:custGeom>
            <a:solidFill>
              <a:srgbClr val="D1D1D1"/>
            </a:solidFill>
            <a:ln w="142875" cap="sq">
              <a:solidFill>
                <a:srgbClr val="585858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68372" cy="1053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128691" y="6031631"/>
            <a:ext cx="4452313" cy="2221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08"/>
              </a:lnSpc>
            </a:pPr>
            <a:r>
              <a:rPr lang="en-US" b="true" sz="5233">
                <a:solidFill>
                  <a:srgbClr val="1F202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Building ML models with interfaces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46309" y="4052317"/>
            <a:ext cx="1617078" cy="1091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7"/>
              </a:lnSpc>
            </a:pPr>
            <a:r>
              <a:rPr lang="en-US" sz="713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01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343837" y="5210853"/>
            <a:ext cx="5575225" cy="3855221"/>
            <a:chOff x="0" y="0"/>
            <a:chExt cx="1468372" cy="10153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8372" cy="1015367"/>
            </a:xfrm>
            <a:custGeom>
              <a:avLst/>
              <a:gdLst/>
              <a:ahLst/>
              <a:cxnLst/>
              <a:rect r="r" b="b" t="t" l="l"/>
              <a:pathLst>
                <a:path h="1015367" w="1468372">
                  <a:moveTo>
                    <a:pt x="0" y="0"/>
                  </a:moveTo>
                  <a:lnTo>
                    <a:pt x="1468372" y="0"/>
                  </a:lnTo>
                  <a:lnTo>
                    <a:pt x="1468372" y="1015367"/>
                  </a:lnTo>
                  <a:lnTo>
                    <a:pt x="0" y="1015367"/>
                  </a:lnTo>
                  <a:close/>
                </a:path>
              </a:pathLst>
            </a:custGeom>
            <a:solidFill>
              <a:srgbClr val="D1D1D1"/>
            </a:solidFill>
            <a:ln w="142875" cap="sq">
              <a:solidFill>
                <a:srgbClr val="585858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468372" cy="1053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905293" y="5809155"/>
            <a:ext cx="4452313" cy="245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9"/>
              </a:lnSpc>
            </a:pPr>
            <a:r>
              <a:rPr lang="en-US" b="true" sz="4333">
                <a:solidFill>
                  <a:srgbClr val="1F202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Visualizing insights from your data via animations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22910" y="3914433"/>
            <a:ext cx="1617078" cy="1091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7"/>
              </a:lnSpc>
            </a:pPr>
            <a:r>
              <a:rPr lang="en-US" sz="713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F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1498" y="4146622"/>
            <a:ext cx="15770382" cy="1993755"/>
            <a:chOff x="0" y="0"/>
            <a:chExt cx="3491640" cy="4414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91640" cy="441427"/>
            </a:xfrm>
            <a:custGeom>
              <a:avLst/>
              <a:gdLst/>
              <a:ahLst/>
              <a:cxnLst/>
              <a:rect r="r" b="b" t="t" l="l"/>
              <a:pathLst>
                <a:path h="441427" w="3491640">
                  <a:moveTo>
                    <a:pt x="0" y="0"/>
                  </a:moveTo>
                  <a:lnTo>
                    <a:pt x="3491640" y="0"/>
                  </a:lnTo>
                  <a:lnTo>
                    <a:pt x="3491640" y="441427"/>
                  </a:lnTo>
                  <a:lnTo>
                    <a:pt x="0" y="441427"/>
                  </a:lnTo>
                  <a:close/>
                </a:path>
              </a:pathLst>
            </a:custGeom>
            <a:solidFill>
              <a:srgbClr val="585858"/>
            </a:solidFill>
            <a:ln w="142875" cap="sq">
              <a:solidFill>
                <a:srgbClr val="2D2D2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491640" cy="479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098472" y="4566869"/>
            <a:ext cx="15505036" cy="129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18"/>
              </a:lnSpc>
            </a:pPr>
            <a:r>
              <a:rPr lang="en-US" sz="8485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Previous Projects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24479" y="700695"/>
            <a:ext cx="13802116" cy="1676044"/>
            <a:chOff x="0" y="0"/>
            <a:chExt cx="3635125" cy="4414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35125" cy="441427"/>
            </a:xfrm>
            <a:custGeom>
              <a:avLst/>
              <a:gdLst/>
              <a:ahLst/>
              <a:cxnLst/>
              <a:rect r="r" b="b" t="t" l="l"/>
              <a:pathLst>
                <a:path h="441427" w="3635125">
                  <a:moveTo>
                    <a:pt x="0" y="0"/>
                  </a:moveTo>
                  <a:lnTo>
                    <a:pt x="3635125" y="0"/>
                  </a:lnTo>
                  <a:lnTo>
                    <a:pt x="3635125" y="441427"/>
                  </a:lnTo>
                  <a:lnTo>
                    <a:pt x="0" y="441427"/>
                  </a:lnTo>
                  <a:close/>
                </a:path>
              </a:pathLst>
            </a:custGeom>
            <a:solidFill>
              <a:srgbClr val="585858"/>
            </a:solidFill>
            <a:ln w="142875" cap="sq">
              <a:solidFill>
                <a:srgbClr val="2D2D2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635125" cy="479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274907" y="2969812"/>
            <a:ext cx="11301259" cy="5057313"/>
          </a:xfrm>
          <a:custGeom>
            <a:avLst/>
            <a:gdLst/>
            <a:ahLst/>
            <a:cxnLst/>
            <a:rect r="r" b="b" t="t" l="l"/>
            <a:pathLst>
              <a:path h="5057313" w="11301259">
                <a:moveTo>
                  <a:pt x="0" y="0"/>
                </a:moveTo>
                <a:lnTo>
                  <a:pt x="11301259" y="0"/>
                </a:lnTo>
                <a:lnTo>
                  <a:pt x="11301259" y="5057313"/>
                </a:lnTo>
                <a:lnTo>
                  <a:pt x="0" y="50573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35961" y="1199627"/>
            <a:ext cx="14550958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4"/>
              </a:lnSpc>
            </a:pPr>
            <a:r>
              <a:rPr lang="en-US" sz="483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Heart Failure Predictor app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45600" y="8503019"/>
            <a:ext cx="4325402" cy="1451717"/>
            <a:chOff x="0" y="0"/>
            <a:chExt cx="1139201" cy="3823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201" cy="382345"/>
            </a:xfrm>
            <a:custGeom>
              <a:avLst/>
              <a:gdLst/>
              <a:ahLst/>
              <a:cxnLst/>
              <a:rect r="r" b="b" t="t" l="l"/>
              <a:pathLst>
                <a:path h="382345" w="1139201">
                  <a:moveTo>
                    <a:pt x="0" y="0"/>
                  </a:moveTo>
                  <a:lnTo>
                    <a:pt x="1139201" y="0"/>
                  </a:lnTo>
                  <a:lnTo>
                    <a:pt x="1139201" y="382345"/>
                  </a:lnTo>
                  <a:lnTo>
                    <a:pt x="0" y="382345"/>
                  </a:lnTo>
                  <a:close/>
                </a:path>
              </a:pathLst>
            </a:custGeom>
            <a:solidFill>
              <a:srgbClr val="D1D1D1"/>
            </a:solidFill>
            <a:ln w="142875" cap="sq">
              <a:solidFill>
                <a:srgbClr val="585858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139201" cy="420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024479" y="8969693"/>
            <a:ext cx="3452288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4"/>
              </a:lnSpc>
            </a:pPr>
            <a:r>
              <a:rPr lang="en-US" sz="3833">
                <a:solidFill>
                  <a:srgbClr val="2D2D2D"/>
                </a:solidFill>
                <a:latin typeface="Arcade Gamer"/>
                <a:ea typeface="Arcade Gamer"/>
                <a:cs typeface="Arcade Gamer"/>
                <a:sym typeface="Arcade Gamer"/>
              </a:rPr>
              <a:t>It’s here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811440" y="8503019"/>
            <a:ext cx="7680359" cy="1451717"/>
            <a:chOff x="0" y="0"/>
            <a:chExt cx="2022811" cy="38234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22811" cy="382345"/>
            </a:xfrm>
            <a:custGeom>
              <a:avLst/>
              <a:gdLst/>
              <a:ahLst/>
              <a:cxnLst/>
              <a:rect r="r" b="b" t="t" l="l"/>
              <a:pathLst>
                <a:path h="382345" w="2022811">
                  <a:moveTo>
                    <a:pt x="0" y="0"/>
                  </a:moveTo>
                  <a:lnTo>
                    <a:pt x="2022811" y="0"/>
                  </a:lnTo>
                  <a:lnTo>
                    <a:pt x="2022811" y="382345"/>
                  </a:lnTo>
                  <a:lnTo>
                    <a:pt x="0" y="382345"/>
                  </a:lnTo>
                  <a:close/>
                </a:path>
              </a:pathLst>
            </a:custGeom>
            <a:solidFill>
              <a:srgbClr val="D1D1D1"/>
            </a:solidFill>
            <a:ln w="142875" cap="sq">
              <a:solidFill>
                <a:srgbClr val="585858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22811" cy="420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173847" y="8940270"/>
            <a:ext cx="6955545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4"/>
              </a:lnSpc>
            </a:pPr>
            <a:r>
              <a:rPr lang="en-US" sz="3833" u="sng">
                <a:solidFill>
                  <a:srgbClr val="2D2D2D"/>
                </a:solidFill>
                <a:latin typeface="Arcade Gamer"/>
                <a:ea typeface="Arcade Gamer"/>
                <a:cs typeface="Arcade Gamer"/>
                <a:sym typeface="Arcade Gamer"/>
                <a:hlinkClick r:id="rId3" tooltip="https://github.com/Asir-IO/heart-failure-predictor"/>
              </a:rPr>
              <a:t>It was cooked here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95417" y="700695"/>
            <a:ext cx="10057028" cy="1676044"/>
            <a:chOff x="0" y="0"/>
            <a:chExt cx="2648765" cy="4414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48764" cy="441427"/>
            </a:xfrm>
            <a:custGeom>
              <a:avLst/>
              <a:gdLst/>
              <a:ahLst/>
              <a:cxnLst/>
              <a:rect r="r" b="b" t="t" l="l"/>
              <a:pathLst>
                <a:path h="441427" w="2648764">
                  <a:moveTo>
                    <a:pt x="0" y="0"/>
                  </a:moveTo>
                  <a:lnTo>
                    <a:pt x="2648764" y="0"/>
                  </a:lnTo>
                  <a:lnTo>
                    <a:pt x="2648764" y="441427"/>
                  </a:lnTo>
                  <a:lnTo>
                    <a:pt x="0" y="441427"/>
                  </a:lnTo>
                  <a:close/>
                </a:path>
              </a:pathLst>
            </a:custGeom>
            <a:solidFill>
              <a:srgbClr val="585858"/>
            </a:solidFill>
            <a:ln w="142875" cap="sq">
              <a:solidFill>
                <a:srgbClr val="2D2D2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48765" cy="479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93371" y="2939475"/>
            <a:ext cx="11301259" cy="5000807"/>
          </a:xfrm>
          <a:custGeom>
            <a:avLst/>
            <a:gdLst/>
            <a:ahLst/>
            <a:cxnLst/>
            <a:rect r="r" b="b" t="t" l="l"/>
            <a:pathLst>
              <a:path h="5000807" w="11301259">
                <a:moveTo>
                  <a:pt x="0" y="0"/>
                </a:moveTo>
                <a:lnTo>
                  <a:pt x="11301258" y="0"/>
                </a:lnTo>
                <a:lnTo>
                  <a:pt x="11301258" y="5000807"/>
                </a:lnTo>
                <a:lnTo>
                  <a:pt x="0" y="50008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779232" y="1163432"/>
            <a:ext cx="14550958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4"/>
              </a:lnSpc>
            </a:pPr>
            <a:r>
              <a:rPr lang="en-US" sz="483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Digit classifier app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45600" y="8503019"/>
            <a:ext cx="4325402" cy="1451717"/>
            <a:chOff x="0" y="0"/>
            <a:chExt cx="1139201" cy="3823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201" cy="382345"/>
            </a:xfrm>
            <a:custGeom>
              <a:avLst/>
              <a:gdLst/>
              <a:ahLst/>
              <a:cxnLst/>
              <a:rect r="r" b="b" t="t" l="l"/>
              <a:pathLst>
                <a:path h="382345" w="1139201">
                  <a:moveTo>
                    <a:pt x="0" y="0"/>
                  </a:moveTo>
                  <a:lnTo>
                    <a:pt x="1139201" y="0"/>
                  </a:lnTo>
                  <a:lnTo>
                    <a:pt x="1139201" y="382345"/>
                  </a:lnTo>
                  <a:lnTo>
                    <a:pt x="0" y="382345"/>
                  </a:lnTo>
                  <a:close/>
                </a:path>
              </a:pathLst>
            </a:custGeom>
            <a:solidFill>
              <a:srgbClr val="D1D1D1"/>
            </a:solidFill>
            <a:ln w="142875" cap="sq">
              <a:solidFill>
                <a:srgbClr val="585858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139201" cy="420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024479" y="8969693"/>
            <a:ext cx="3452288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4"/>
              </a:lnSpc>
            </a:pPr>
            <a:r>
              <a:rPr lang="en-US" sz="3833" u="sng">
                <a:solidFill>
                  <a:srgbClr val="2D2D2D"/>
                </a:solidFill>
                <a:latin typeface="Arcade Gamer"/>
                <a:ea typeface="Arcade Gamer"/>
                <a:cs typeface="Arcade Gamer"/>
                <a:sym typeface="Arcade Gamer"/>
                <a:hlinkClick r:id="rId3" tooltip="https://huggingface.co/spaces/Asser-IO/digit-classifier"/>
              </a:rPr>
              <a:t>It’s here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811440" y="8503019"/>
            <a:ext cx="7680359" cy="1451717"/>
            <a:chOff x="0" y="0"/>
            <a:chExt cx="2022811" cy="38234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22811" cy="382345"/>
            </a:xfrm>
            <a:custGeom>
              <a:avLst/>
              <a:gdLst/>
              <a:ahLst/>
              <a:cxnLst/>
              <a:rect r="r" b="b" t="t" l="l"/>
              <a:pathLst>
                <a:path h="382345" w="2022811">
                  <a:moveTo>
                    <a:pt x="0" y="0"/>
                  </a:moveTo>
                  <a:lnTo>
                    <a:pt x="2022811" y="0"/>
                  </a:lnTo>
                  <a:lnTo>
                    <a:pt x="2022811" y="382345"/>
                  </a:lnTo>
                  <a:lnTo>
                    <a:pt x="0" y="382345"/>
                  </a:lnTo>
                  <a:close/>
                </a:path>
              </a:pathLst>
            </a:custGeom>
            <a:solidFill>
              <a:srgbClr val="D1D1D1"/>
            </a:solidFill>
            <a:ln w="142875" cap="sq">
              <a:solidFill>
                <a:srgbClr val="585858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22811" cy="420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173847" y="8940270"/>
            <a:ext cx="6955545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4"/>
              </a:lnSpc>
            </a:pPr>
            <a:r>
              <a:rPr lang="en-US" sz="3833" u="sng">
                <a:solidFill>
                  <a:srgbClr val="2D2D2D"/>
                </a:solidFill>
                <a:latin typeface="Arcade Gamer"/>
                <a:ea typeface="Arcade Gamer"/>
                <a:cs typeface="Arcade Gamer"/>
                <a:sym typeface="Arcade Gamer"/>
                <a:hlinkClick r:id="rId4" tooltip="https://github.com/Asir-IO/digit-classification"/>
              </a:rPr>
              <a:t>It was cooked here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1F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551" y="1257314"/>
            <a:ext cx="10061766" cy="1676044"/>
            <a:chOff x="0" y="0"/>
            <a:chExt cx="2650013" cy="4414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50013" cy="441427"/>
            </a:xfrm>
            <a:custGeom>
              <a:avLst/>
              <a:gdLst/>
              <a:ahLst/>
              <a:cxnLst/>
              <a:rect r="r" b="b" t="t" l="l"/>
              <a:pathLst>
                <a:path h="441427" w="2650013">
                  <a:moveTo>
                    <a:pt x="0" y="0"/>
                  </a:moveTo>
                  <a:lnTo>
                    <a:pt x="2650013" y="0"/>
                  </a:lnTo>
                  <a:lnTo>
                    <a:pt x="2650013" y="441427"/>
                  </a:lnTo>
                  <a:lnTo>
                    <a:pt x="0" y="441427"/>
                  </a:lnTo>
                  <a:close/>
                </a:path>
              </a:pathLst>
            </a:custGeom>
            <a:solidFill>
              <a:srgbClr val="585858"/>
            </a:solidFill>
            <a:ln w="142875" cap="sq">
              <a:solidFill>
                <a:srgbClr val="2D2D2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50013" cy="479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086919" y="9614430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Page | 02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25493" y="1609075"/>
            <a:ext cx="9180106" cy="1091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7"/>
              </a:lnSpc>
            </a:pPr>
            <a:r>
              <a:rPr lang="en-US" sz="713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Achievements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567236" y="5193422"/>
            <a:ext cx="5575225" cy="3855221"/>
            <a:chOff x="0" y="0"/>
            <a:chExt cx="1468372" cy="10153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8372" cy="1015367"/>
            </a:xfrm>
            <a:custGeom>
              <a:avLst/>
              <a:gdLst/>
              <a:ahLst/>
              <a:cxnLst/>
              <a:rect r="r" b="b" t="t" l="l"/>
              <a:pathLst>
                <a:path h="1015367" w="1468372">
                  <a:moveTo>
                    <a:pt x="0" y="0"/>
                  </a:moveTo>
                  <a:lnTo>
                    <a:pt x="1468372" y="0"/>
                  </a:lnTo>
                  <a:lnTo>
                    <a:pt x="1468372" y="1015367"/>
                  </a:lnTo>
                  <a:lnTo>
                    <a:pt x="0" y="1015367"/>
                  </a:lnTo>
                  <a:close/>
                </a:path>
              </a:pathLst>
            </a:custGeom>
            <a:solidFill>
              <a:srgbClr val="D1D1D1"/>
            </a:solidFill>
            <a:ln w="142875" cap="sq">
              <a:solidFill>
                <a:srgbClr val="585858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68372" cy="1053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015890" y="6255973"/>
            <a:ext cx="5575225" cy="67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42"/>
              </a:lnSpc>
            </a:pPr>
            <a:r>
              <a:rPr lang="en-US" b="true" sz="4633">
                <a:solidFill>
                  <a:srgbClr val="1F202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*reward name*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46309" y="4052317"/>
            <a:ext cx="1617078" cy="1091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7"/>
              </a:lnSpc>
            </a:pPr>
            <a:r>
              <a:rPr lang="en-US" sz="713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22910" y="3914433"/>
            <a:ext cx="1617078" cy="1091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7"/>
              </a:lnSpc>
            </a:pPr>
            <a:r>
              <a:rPr lang="en-US" sz="713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92731" y="7149608"/>
            <a:ext cx="3652421" cy="67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42"/>
              </a:lnSpc>
            </a:pPr>
            <a:r>
              <a:rPr lang="en-US" sz="4633">
                <a:solidFill>
                  <a:srgbClr val="1F2020"/>
                </a:solidFill>
                <a:latin typeface="Fira Code"/>
                <a:ea typeface="Fira Code"/>
                <a:cs typeface="Fira Code"/>
                <a:sym typeface="Fira Code"/>
              </a:rPr>
              <a:t>*details*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152376" y="5143500"/>
            <a:ext cx="5575225" cy="3855221"/>
            <a:chOff x="0" y="0"/>
            <a:chExt cx="1468372" cy="10153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8372" cy="1015367"/>
            </a:xfrm>
            <a:custGeom>
              <a:avLst/>
              <a:gdLst/>
              <a:ahLst/>
              <a:cxnLst/>
              <a:rect r="r" b="b" t="t" l="l"/>
              <a:pathLst>
                <a:path h="1015367" w="1468372">
                  <a:moveTo>
                    <a:pt x="0" y="0"/>
                  </a:moveTo>
                  <a:lnTo>
                    <a:pt x="1468372" y="0"/>
                  </a:lnTo>
                  <a:lnTo>
                    <a:pt x="1468372" y="1015367"/>
                  </a:lnTo>
                  <a:lnTo>
                    <a:pt x="0" y="1015367"/>
                  </a:lnTo>
                  <a:close/>
                </a:path>
              </a:pathLst>
            </a:custGeom>
            <a:solidFill>
              <a:srgbClr val="D1D1D1"/>
            </a:solidFill>
            <a:ln w="142875" cap="sq">
              <a:solidFill>
                <a:srgbClr val="585858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68372" cy="1053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817986" y="6159484"/>
            <a:ext cx="5575225" cy="67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42"/>
              </a:lnSpc>
            </a:pPr>
            <a:r>
              <a:rPr lang="en-US" b="true" sz="4633">
                <a:solidFill>
                  <a:srgbClr val="1F202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*reward name*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394827" y="7053120"/>
            <a:ext cx="3652421" cy="67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42"/>
              </a:lnSpc>
            </a:pPr>
            <a:r>
              <a:rPr lang="en-US" sz="4633">
                <a:solidFill>
                  <a:srgbClr val="1F2020"/>
                </a:solidFill>
                <a:latin typeface="Fira Code"/>
                <a:ea typeface="Fira Code"/>
                <a:cs typeface="Fira Code"/>
                <a:sym typeface="Fira Code"/>
              </a:rPr>
              <a:t>*details*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1F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551" y="1257314"/>
            <a:ext cx="10061766" cy="1676044"/>
            <a:chOff x="0" y="0"/>
            <a:chExt cx="2650013" cy="4414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50013" cy="441427"/>
            </a:xfrm>
            <a:custGeom>
              <a:avLst/>
              <a:gdLst/>
              <a:ahLst/>
              <a:cxnLst/>
              <a:rect r="r" b="b" t="t" l="l"/>
              <a:pathLst>
                <a:path h="441427" w="2650013">
                  <a:moveTo>
                    <a:pt x="0" y="0"/>
                  </a:moveTo>
                  <a:lnTo>
                    <a:pt x="2650013" y="0"/>
                  </a:lnTo>
                  <a:lnTo>
                    <a:pt x="2650013" y="441427"/>
                  </a:lnTo>
                  <a:lnTo>
                    <a:pt x="0" y="441427"/>
                  </a:lnTo>
                  <a:close/>
                </a:path>
              </a:pathLst>
            </a:custGeom>
            <a:solidFill>
              <a:srgbClr val="585858"/>
            </a:solidFill>
            <a:ln w="142875" cap="sq">
              <a:solidFill>
                <a:srgbClr val="2D2D2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50013" cy="479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086919" y="9614430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Page | 02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25493" y="1609075"/>
            <a:ext cx="9180106" cy="1091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7"/>
              </a:lnSpc>
            </a:pPr>
            <a:r>
              <a:rPr lang="en-US" sz="713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Testimonials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567236" y="5210853"/>
            <a:ext cx="5575225" cy="3855221"/>
            <a:chOff x="0" y="0"/>
            <a:chExt cx="1468372" cy="10153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8372" cy="1015367"/>
            </a:xfrm>
            <a:custGeom>
              <a:avLst/>
              <a:gdLst/>
              <a:ahLst/>
              <a:cxnLst/>
              <a:rect r="r" b="b" t="t" l="l"/>
              <a:pathLst>
                <a:path h="1015367" w="1468372">
                  <a:moveTo>
                    <a:pt x="0" y="0"/>
                  </a:moveTo>
                  <a:lnTo>
                    <a:pt x="1468372" y="0"/>
                  </a:lnTo>
                  <a:lnTo>
                    <a:pt x="1468372" y="1015367"/>
                  </a:lnTo>
                  <a:lnTo>
                    <a:pt x="0" y="1015367"/>
                  </a:lnTo>
                  <a:close/>
                </a:path>
              </a:pathLst>
            </a:custGeom>
            <a:solidFill>
              <a:srgbClr val="D1D1D1"/>
            </a:solidFill>
            <a:ln w="142875" cap="sq">
              <a:solidFill>
                <a:srgbClr val="585858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68372" cy="1053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128691" y="6281966"/>
            <a:ext cx="4452313" cy="1488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8"/>
              </a:lnSpc>
            </a:pPr>
            <a:r>
              <a:rPr lang="en-US" b="true" sz="5233">
                <a:solidFill>
                  <a:srgbClr val="1F202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*quoted words*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52860" y="4170845"/>
            <a:ext cx="4282125" cy="834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1"/>
              </a:lnSpc>
            </a:pPr>
            <a:r>
              <a:rPr lang="en-US" sz="553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*name*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343837" y="5210853"/>
            <a:ext cx="5575225" cy="3855221"/>
            <a:chOff x="0" y="0"/>
            <a:chExt cx="1468372" cy="10153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8372" cy="1015367"/>
            </a:xfrm>
            <a:custGeom>
              <a:avLst/>
              <a:gdLst/>
              <a:ahLst/>
              <a:cxnLst/>
              <a:rect r="r" b="b" t="t" l="l"/>
              <a:pathLst>
                <a:path h="1015367" w="1468372">
                  <a:moveTo>
                    <a:pt x="0" y="0"/>
                  </a:moveTo>
                  <a:lnTo>
                    <a:pt x="1468372" y="0"/>
                  </a:lnTo>
                  <a:lnTo>
                    <a:pt x="1468372" y="1015367"/>
                  </a:lnTo>
                  <a:lnTo>
                    <a:pt x="0" y="1015367"/>
                  </a:lnTo>
                  <a:close/>
                </a:path>
              </a:pathLst>
            </a:custGeom>
            <a:solidFill>
              <a:srgbClr val="D1D1D1"/>
            </a:solidFill>
            <a:ln w="142875" cap="sq">
              <a:solidFill>
                <a:srgbClr val="585858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468372" cy="1053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310854" y="4170845"/>
            <a:ext cx="4282125" cy="834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1"/>
              </a:lnSpc>
            </a:pPr>
            <a:r>
              <a:rPr lang="en-US" sz="553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*name*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05293" y="6281966"/>
            <a:ext cx="4452313" cy="1488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8"/>
              </a:lnSpc>
            </a:pPr>
            <a:r>
              <a:rPr lang="en-US" b="true" sz="5233">
                <a:solidFill>
                  <a:srgbClr val="1F202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*quoted words*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75033" y="1360662"/>
            <a:ext cx="9324692" cy="1676044"/>
            <a:chOff x="0" y="0"/>
            <a:chExt cx="2455886" cy="4414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5886" cy="441427"/>
            </a:xfrm>
            <a:custGeom>
              <a:avLst/>
              <a:gdLst/>
              <a:ahLst/>
              <a:cxnLst/>
              <a:rect r="r" b="b" t="t" l="l"/>
              <a:pathLst>
                <a:path h="441427" w="2455886">
                  <a:moveTo>
                    <a:pt x="0" y="0"/>
                  </a:moveTo>
                  <a:lnTo>
                    <a:pt x="2455886" y="0"/>
                  </a:lnTo>
                  <a:lnTo>
                    <a:pt x="2455886" y="441427"/>
                  </a:lnTo>
                  <a:lnTo>
                    <a:pt x="0" y="441427"/>
                  </a:lnTo>
                  <a:close/>
                </a:path>
              </a:pathLst>
            </a:custGeom>
            <a:solidFill>
              <a:srgbClr val="585858"/>
            </a:solidFill>
            <a:ln w="142875" cap="sq">
              <a:solidFill>
                <a:srgbClr val="2D2D2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5886" cy="479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994919" y="5604133"/>
            <a:ext cx="1207419" cy="1207419"/>
          </a:xfrm>
          <a:custGeom>
            <a:avLst/>
            <a:gdLst/>
            <a:ahLst/>
            <a:cxnLst/>
            <a:rect r="r" b="b" t="t" l="l"/>
            <a:pathLst>
              <a:path h="1207419" w="1207419">
                <a:moveTo>
                  <a:pt x="0" y="0"/>
                </a:moveTo>
                <a:lnTo>
                  <a:pt x="1207419" y="0"/>
                </a:lnTo>
                <a:lnTo>
                  <a:pt x="1207419" y="1207419"/>
                </a:lnTo>
                <a:lnTo>
                  <a:pt x="0" y="12074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27124" y="3976026"/>
            <a:ext cx="1275214" cy="1275214"/>
          </a:xfrm>
          <a:custGeom>
            <a:avLst/>
            <a:gdLst/>
            <a:ahLst/>
            <a:cxnLst/>
            <a:rect r="r" b="b" t="t" l="l"/>
            <a:pathLst>
              <a:path h="1275214" w="1275214">
                <a:moveTo>
                  <a:pt x="0" y="0"/>
                </a:moveTo>
                <a:lnTo>
                  <a:pt x="1275214" y="0"/>
                </a:lnTo>
                <a:lnTo>
                  <a:pt x="1275214" y="1275214"/>
                </a:lnTo>
                <a:lnTo>
                  <a:pt x="0" y="12752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>
            <a:hlinkClick r:id="rId5" tooltip="https://github.com/Asir-IO"/>
          </p:cNvPr>
          <p:cNvSpPr/>
          <p:nvPr/>
        </p:nvSpPr>
        <p:spPr>
          <a:xfrm flipH="false" flipV="false" rot="0">
            <a:off x="2850074" y="7163977"/>
            <a:ext cx="1429313" cy="1429313"/>
          </a:xfrm>
          <a:custGeom>
            <a:avLst/>
            <a:gdLst/>
            <a:ahLst/>
            <a:cxnLst/>
            <a:rect r="r" b="b" t="t" l="l"/>
            <a:pathLst>
              <a:path h="1429313" w="1429313">
                <a:moveTo>
                  <a:pt x="0" y="0"/>
                </a:moveTo>
                <a:lnTo>
                  <a:pt x="1429313" y="0"/>
                </a:lnTo>
                <a:lnTo>
                  <a:pt x="1429313" y="1429313"/>
                </a:lnTo>
                <a:lnTo>
                  <a:pt x="0" y="14293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086919" y="9614430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Page | 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16788" y="1648330"/>
            <a:ext cx="8282797" cy="1091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7"/>
              </a:lnSpc>
            </a:pPr>
            <a:r>
              <a:rPr lang="en-US" sz="713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Contact 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01027" y="5924826"/>
            <a:ext cx="4188524" cy="556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3"/>
              </a:lnSpc>
            </a:pPr>
            <a:r>
              <a:rPr lang="en-US" sz="3607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Cairo, eg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901027" y="4330617"/>
            <a:ext cx="9259634" cy="524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1"/>
              </a:lnSpc>
            </a:pPr>
            <a:r>
              <a:rPr lang="en-US" sz="3407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call me to collaborate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01027" y="7595617"/>
            <a:ext cx="9259634" cy="941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3207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This is where all my code gets cooked up.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1F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96907" y="3966709"/>
            <a:ext cx="13094185" cy="2353582"/>
            <a:chOff x="0" y="0"/>
            <a:chExt cx="2455886" cy="4414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5886" cy="441427"/>
            </a:xfrm>
            <a:custGeom>
              <a:avLst/>
              <a:gdLst/>
              <a:ahLst/>
              <a:cxnLst/>
              <a:rect r="r" b="b" t="t" l="l"/>
              <a:pathLst>
                <a:path h="441427" w="2455886">
                  <a:moveTo>
                    <a:pt x="0" y="0"/>
                  </a:moveTo>
                  <a:lnTo>
                    <a:pt x="2455886" y="0"/>
                  </a:lnTo>
                  <a:lnTo>
                    <a:pt x="2455886" y="441427"/>
                  </a:lnTo>
                  <a:lnTo>
                    <a:pt x="0" y="441427"/>
                  </a:lnTo>
                  <a:close/>
                </a:path>
              </a:pathLst>
            </a:custGeom>
            <a:solidFill>
              <a:srgbClr val="585858"/>
            </a:solidFill>
            <a:ln w="142875" cap="sq">
              <a:solidFill>
                <a:srgbClr val="2D2D2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5886" cy="479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086919" y="9614430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Page | 02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78940" y="4393567"/>
            <a:ext cx="11631107" cy="1509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18"/>
              </a:lnSpc>
            </a:pPr>
            <a:r>
              <a:rPr lang="en-US" sz="10016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Thank you =)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DAGvyLqTPIU</dc:identifier>
  <dcterms:modified xsi:type="dcterms:W3CDTF">2011-08-01T06:04:30Z</dcterms:modified>
  <cp:revision>1</cp:revision>
  <dc:title>Black White Grayscale Portfolio Presentation</dc:title>
</cp:coreProperties>
</file>